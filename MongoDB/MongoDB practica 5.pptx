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47.png" ContentType="image/png"/>
  <Override PartName="/ppt/media/image10.png" ContentType="image/png"/>
  <Override PartName="/ppt/media/image35.png" ContentType="image/png"/>
  <Override PartName="/ppt/media/image5.png" ContentType="image/png"/>
  <Override PartName="/ppt/media/image17.png" ContentType="image/png"/>
  <Override PartName="/ppt/media/image34.png" ContentType="image/png"/>
  <Override PartName="/ppt/media/image4.png" ContentType="image/png"/>
  <Override PartName="/ppt/media/image16.png" ContentType="image/png"/>
  <Override PartName="/ppt/media/image27.png" ContentType="image/png"/>
  <Override PartName="/ppt/media/image32.png" ContentType="image/png"/>
  <Override PartName="/ppt/media/image2.png" ContentType="image/png"/>
  <Override PartName="/ppt/media/image14.png" ContentType="image/png"/>
  <Override PartName="/ppt/media/image25.png" ContentType="image/png"/>
  <Override PartName="/ppt/media/image28.png" ContentType="image/png"/>
  <Override PartName="/ppt/media/image30.png" ContentType="image/png"/>
  <Override PartName="/ppt/media/image26.png" ContentType="image/png"/>
  <Override PartName="/ppt/media/image60.png" ContentType="image/png"/>
  <Override PartName="/ppt/media/image23.png" ContentType="image/png"/>
  <Override PartName="/ppt/media/image58.png" ContentType="image/png"/>
  <Override PartName="/ppt/media/image21.png" ContentType="image/png"/>
  <Override PartName="/ppt/media/image22.png" ContentType="image/png"/>
  <Override PartName="/ppt/media/image59.png" ContentType="image/png"/>
  <Override PartName="/ppt/media/image57.png" ContentType="image/png"/>
  <Override PartName="/ppt/media/image20.png" ContentType="image/png"/>
  <Override PartName="/ppt/media/image61.png" ContentType="image/png"/>
  <Override PartName="/ppt/media/image24.png" ContentType="image/png"/>
  <Override PartName="/ppt/media/image29.png" ContentType="image/png"/>
  <Override PartName="/ppt/media/image31.png" ContentType="image/png"/>
  <Override PartName="/ppt/media/image15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19.png" ContentType="image/png"/>
  <Override PartName="/ppt/media/image7.png" ContentType="image/png"/>
  <Override PartName="/ppt/media/image37.png" ContentType="image/png"/>
  <Override PartName="/ppt/media/image12.png" ContentType="image/png"/>
  <Override PartName="/ppt/media/image49.png" ContentType="image/png"/>
  <Override PartName="/ppt/media/image8.png" ContentType="image/png"/>
  <Override PartName="/ppt/media/image38.png" ContentType="image/png"/>
  <Override PartName="/ppt/media/image1.png" ContentType="image/png"/>
  <Override PartName="/ppt/media/image13.png" ContentType="image/png"/>
  <Override PartName="/ppt/media/image9.png" ContentType="image/png"/>
  <Override PartName="/ppt/media/image39.png" ContentType="image/png"/>
  <Override PartName="/ppt/media/image33.png" ContentType="image/png"/>
  <Override PartName="/ppt/media/image40.png" ContentType="image/png"/>
  <Override PartName="/ppt/media/image3.jpeg" ContentType="image/jpe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6 Rectángulo"/>
          <p:cNvSpPr/>
          <p:nvPr/>
        </p:nvSpPr>
        <p:spPr>
          <a:xfrm>
            <a:off x="0" y="6179400"/>
            <a:ext cx="12186360" cy="68688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1685160" y="5883840"/>
            <a:ext cx="596880" cy="599040"/>
          </a:xfrm>
          <a:prstGeom prst="rect">
            <a:avLst/>
          </a:prstGeom>
          <a:ln w="0">
            <a:noFill/>
          </a:ln>
        </p:spPr>
      </p:pic>
      <p:pic>
        <p:nvPicPr>
          <p:cNvPr id="40" name="8 Imagen" descr="CESTE blanco estrella roja sin coletilla.png"/>
          <p:cNvPicPr/>
          <p:nvPr/>
        </p:nvPicPr>
        <p:blipFill>
          <a:blip r:embed="rId3"/>
          <a:stretch/>
        </p:blipFill>
        <p:spPr>
          <a:xfrm>
            <a:off x="9936360" y="6184800"/>
            <a:ext cx="1361880" cy="64692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png"/><Relationship Id="rId3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3" descr="Una mujer en frente de laptop&#10;&#10;Descripción generada automáticamente"/>
          <p:cNvPicPr/>
          <p:nvPr/>
        </p:nvPicPr>
        <p:blipFill>
          <a:blip r:embed="rId1"/>
          <a:srcRect l="1742" t="12716" r="9979" b="12799"/>
          <a:stretch/>
        </p:blipFill>
        <p:spPr>
          <a:xfrm>
            <a:off x="0" y="0"/>
            <a:ext cx="12186360" cy="6852240"/>
          </a:xfrm>
          <a:prstGeom prst="rect">
            <a:avLst/>
          </a:prstGeom>
          <a:ln w="0">
            <a:noFill/>
          </a:ln>
        </p:spPr>
      </p:pic>
      <p:sp>
        <p:nvSpPr>
          <p:cNvPr id="80" name="7 Rectángulo"/>
          <p:cNvSpPr/>
          <p:nvPr/>
        </p:nvSpPr>
        <p:spPr>
          <a:xfrm>
            <a:off x="852840" y="6682680"/>
            <a:ext cx="11386440" cy="34704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557280" y="6582960"/>
            <a:ext cx="596880" cy="599040"/>
          </a:xfrm>
          <a:prstGeom prst="rect">
            <a:avLst/>
          </a:prstGeom>
          <a:ln w="0">
            <a:noFill/>
          </a:ln>
        </p:spPr>
      </p:pic>
      <p:sp>
        <p:nvSpPr>
          <p:cNvPr id="82" name="7 Rectángulo"/>
          <p:cNvSpPr/>
          <p:nvPr/>
        </p:nvSpPr>
        <p:spPr>
          <a:xfrm>
            <a:off x="-96840" y="-99360"/>
            <a:ext cx="11483280" cy="28224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Picture 4" descr="http://www.ceste.es/wp-content/uploads/2016/06/CESTE-Diamante.png"/>
          <p:cNvPicPr/>
          <p:nvPr/>
        </p:nvPicPr>
        <p:blipFill>
          <a:blip r:embed="rId3"/>
          <a:stretch/>
        </p:blipFill>
        <p:spPr>
          <a:xfrm flipH="1">
            <a:off x="11096640" y="-316440"/>
            <a:ext cx="596880" cy="599040"/>
          </a:xfrm>
          <a:prstGeom prst="rect">
            <a:avLst/>
          </a:prstGeom>
          <a:ln w="0">
            <a:noFill/>
          </a:ln>
        </p:spPr>
      </p:pic>
      <p:grpSp>
        <p:nvGrpSpPr>
          <p:cNvPr id="84" name="Grupo 14"/>
          <p:cNvGrpSpPr/>
          <p:nvPr/>
        </p:nvGrpSpPr>
        <p:grpSpPr>
          <a:xfrm>
            <a:off x="504000" y="405720"/>
            <a:ext cx="5250600" cy="2401200"/>
            <a:chOff x="504000" y="405720"/>
            <a:chExt cx="5250600" cy="2401200"/>
          </a:xfrm>
        </p:grpSpPr>
        <p:sp>
          <p:nvSpPr>
            <p:cNvPr id="85" name="12 Rectángulo"/>
            <p:cNvSpPr/>
            <p:nvPr/>
          </p:nvSpPr>
          <p:spPr>
            <a:xfrm>
              <a:off x="504000" y="405720"/>
              <a:ext cx="4849200" cy="2401200"/>
            </a:xfrm>
            <a:prstGeom prst="rect">
              <a:avLst/>
            </a:prstGeom>
            <a:solidFill>
              <a:srgbClr val="003594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6" name="Grupo 5"/>
            <p:cNvGrpSpPr/>
            <p:nvPr/>
          </p:nvGrpSpPr>
          <p:grpSpPr>
            <a:xfrm>
              <a:off x="734760" y="980640"/>
              <a:ext cx="5019840" cy="1826280"/>
              <a:chOff x="734760" y="980640"/>
              <a:chExt cx="5019840" cy="1826280"/>
            </a:xfrm>
          </p:grpSpPr>
          <p:sp>
            <p:nvSpPr>
              <p:cNvPr id="87" name="2 Subtítulo"/>
              <p:cNvSpPr/>
              <p:nvPr/>
            </p:nvSpPr>
            <p:spPr>
              <a:xfrm>
                <a:off x="778680" y="2277000"/>
                <a:ext cx="4975920" cy="529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s-ES" sz="18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Mongo DB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88" name="1 Título"/>
              <p:cNvSpPr/>
              <p:nvPr/>
            </p:nvSpPr>
            <p:spPr>
              <a:xfrm>
                <a:off x="734760" y="980640"/>
                <a:ext cx="4011840" cy="1317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1" lang="es-ES" sz="35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Formación IA</a:t>
                </a:r>
                <a:endParaRPr b="0" lang="en-US" sz="3500" spc="-1" strike="noStrike">
                  <a:latin typeface="Arial"/>
                </a:endParaRPr>
              </a:p>
            </p:txBody>
          </p:sp>
        </p:grpSp>
      </p:grpSp>
      <p:pic>
        <p:nvPicPr>
          <p:cNvPr id="89" name="Imagen 9" descr="Logotip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575880" y="532440"/>
            <a:ext cx="1648440" cy="802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741600" y="1080000"/>
            <a:ext cx="5018400" cy="4665960"/>
          </a:xfrm>
          <a:prstGeom prst="rect">
            <a:avLst/>
          </a:prstGeom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6300000" y="1566360"/>
            <a:ext cx="5171040" cy="311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2160000" y="1260000"/>
            <a:ext cx="8467920" cy="232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340000" y="2340000"/>
            <a:ext cx="6501240" cy="90000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 txBox="1"/>
          <p:nvPr/>
        </p:nvSpPr>
        <p:spPr>
          <a:xfrm>
            <a:off x="971280" y="1404360"/>
            <a:ext cx="9288720" cy="39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Comprobar que los contenedores se han levantado correctamente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360000" y="3780000"/>
            <a:ext cx="11700000" cy="163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440000" y="1620000"/>
            <a:ext cx="9399960" cy="36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rcRect l="0" t="0" r="19342" b="0"/>
          <a:stretch/>
        </p:blipFill>
        <p:spPr>
          <a:xfrm>
            <a:off x="360000" y="1440000"/>
            <a:ext cx="5759640" cy="367092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6365160" y="1748160"/>
            <a:ext cx="5694840" cy="334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440000" y="1620000"/>
            <a:ext cx="5579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160000" y="3420000"/>
            <a:ext cx="7380000" cy="131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h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n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z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_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n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b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q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u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n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h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g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H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y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q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u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u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z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_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b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h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n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ó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n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p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b="0" i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</a:t>
            </a:r>
            <a:endParaRPr b="0" i="1" lang="en-US" sz="2400" spc="-1" strike="noStrike"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045440" y="1944360"/>
            <a:ext cx="8134560" cy="39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Salir del contenedor con EXIT para volver a la terminal de Linux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B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: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p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80720" y="1620000"/>
            <a:ext cx="4499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Verificar el estado de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rcRect l="0" t="0" r="30364" b="0"/>
          <a:stretch/>
        </p:blipFill>
        <p:spPr>
          <a:xfrm>
            <a:off x="180000" y="2880000"/>
            <a:ext cx="5039640" cy="90000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5400000" y="180000"/>
            <a:ext cx="6684840" cy="576000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3"/>
          <a:stretch/>
        </p:blipFill>
        <p:spPr>
          <a:xfrm>
            <a:off x="900000" y="4320000"/>
            <a:ext cx="2772720" cy="7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440000" y="1620000"/>
            <a:ext cx="5579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Verificar el estado de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rcRect l="0" t="0" r="14036" b="0"/>
          <a:stretch/>
        </p:blipFill>
        <p:spPr>
          <a:xfrm>
            <a:off x="180000" y="2827080"/>
            <a:ext cx="3831840" cy="1312920"/>
          </a:xfrm>
          <a:prstGeom prst="rect">
            <a:avLst/>
          </a:prstGeom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2"/>
          <a:srcRect l="0" t="0" r="13966" b="0"/>
          <a:stretch/>
        </p:blipFill>
        <p:spPr>
          <a:xfrm>
            <a:off x="4241520" y="2836800"/>
            <a:ext cx="3858480" cy="1303200"/>
          </a:xfrm>
          <a:prstGeom prst="rect">
            <a:avLst/>
          </a:prstGeom>
          <a:ln w="0">
            <a:noFill/>
          </a:ln>
        </p:spPr>
      </p:pic>
      <p:pic>
        <p:nvPicPr>
          <p:cNvPr id="117" name="" descr=""/>
          <p:cNvPicPr/>
          <p:nvPr/>
        </p:nvPicPr>
        <p:blipFill>
          <a:blip r:embed="rId3"/>
          <a:srcRect l="0" t="0" r="19141" b="0"/>
          <a:stretch/>
        </p:blipFill>
        <p:spPr>
          <a:xfrm>
            <a:off x="8363880" y="2808000"/>
            <a:ext cx="3516120" cy="133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900720" y="1225440"/>
            <a:ext cx="5579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Intentar Escribir en un Nodo Secundario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2562480" y="1866240"/>
            <a:ext cx="6437520" cy="1913760"/>
          </a:xfrm>
          <a:prstGeom prst="rect">
            <a:avLst/>
          </a:prstGeom>
          <a:ln w="0">
            <a:noFill/>
          </a:ln>
        </p:spPr>
      </p:pic>
      <p:pic>
        <p:nvPicPr>
          <p:cNvPr id="121" name="" descr=""/>
          <p:cNvPicPr/>
          <p:nvPr/>
        </p:nvPicPr>
        <p:blipFill>
          <a:blip r:embed="rId2"/>
          <a:stretch/>
        </p:blipFill>
        <p:spPr>
          <a:xfrm>
            <a:off x="2601360" y="3879720"/>
            <a:ext cx="6218640" cy="980280"/>
          </a:xfrm>
          <a:prstGeom prst="rect">
            <a:avLst/>
          </a:prstGeom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3"/>
          <a:srcRect l="0" t="0" r="3442" b="0"/>
          <a:stretch/>
        </p:blipFill>
        <p:spPr>
          <a:xfrm>
            <a:off x="3780000" y="5040000"/>
            <a:ext cx="5054040" cy="9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1440000" y="1620000"/>
            <a:ext cx="5579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Descomprimir y restaurar la base de datos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540000" y="2135520"/>
            <a:ext cx="11338200" cy="3624480"/>
          </a:xfrm>
          <a:prstGeom prst="rect">
            <a:avLst/>
          </a:prstGeom>
          <a:ln w="0">
            <a:noFill/>
          </a:ln>
        </p:spPr>
      </p:pic>
      <p:sp>
        <p:nvSpPr>
          <p:cNvPr id="126" name=""/>
          <p:cNvSpPr/>
          <p:nvPr/>
        </p:nvSpPr>
        <p:spPr>
          <a:xfrm>
            <a:off x="900720" y="1225440"/>
            <a:ext cx="5579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Intentar Escribir en un Nodo Secundario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B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: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p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720720" y="1080000"/>
            <a:ext cx="5579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Escribir en el nodo primario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2520000" y="1783800"/>
            <a:ext cx="4713840" cy="723240"/>
          </a:xfrm>
          <a:prstGeom prst="rect">
            <a:avLst/>
          </a:prstGeom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2"/>
          <a:stretch/>
        </p:blipFill>
        <p:spPr>
          <a:xfrm>
            <a:off x="3420000" y="2507040"/>
            <a:ext cx="3294720" cy="732960"/>
          </a:xfrm>
          <a:prstGeom prst="rect">
            <a:avLst/>
          </a:prstGeom>
          <a:ln w="0">
            <a:noFill/>
          </a:ln>
        </p:spPr>
      </p:pic>
      <p:pic>
        <p:nvPicPr>
          <p:cNvPr id="131" name="" descr=""/>
          <p:cNvPicPr/>
          <p:nvPr/>
        </p:nvPicPr>
        <p:blipFill>
          <a:blip r:embed="rId3"/>
          <a:stretch/>
        </p:blipFill>
        <p:spPr>
          <a:xfrm>
            <a:off x="2700000" y="3420000"/>
            <a:ext cx="7813800" cy="724320"/>
          </a:xfrm>
          <a:prstGeom prst="rect">
            <a:avLst/>
          </a:prstGeom>
          <a:ln w="0">
            <a:noFill/>
          </a:ln>
        </p:spPr>
      </p:pic>
      <p:pic>
        <p:nvPicPr>
          <p:cNvPr id="132" name="" descr=""/>
          <p:cNvPicPr/>
          <p:nvPr/>
        </p:nvPicPr>
        <p:blipFill>
          <a:blip r:embed="rId4"/>
          <a:stretch/>
        </p:blipFill>
        <p:spPr>
          <a:xfrm>
            <a:off x="2726280" y="5569200"/>
            <a:ext cx="5913720" cy="370800"/>
          </a:xfrm>
          <a:prstGeom prst="rect">
            <a:avLst/>
          </a:prstGeom>
          <a:ln w="0">
            <a:noFill/>
          </a:ln>
        </p:spPr>
      </p:pic>
      <p:pic>
        <p:nvPicPr>
          <p:cNvPr id="133" name="" descr=""/>
          <p:cNvPicPr/>
          <p:nvPr/>
        </p:nvPicPr>
        <p:blipFill>
          <a:blip r:embed="rId5"/>
          <a:stretch/>
        </p:blipFill>
        <p:spPr>
          <a:xfrm>
            <a:off x="2565360" y="4439520"/>
            <a:ext cx="5894640" cy="78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20000" y="1080000"/>
            <a:ext cx="5579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Escribir en el nodo primario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2160000" y="1620000"/>
            <a:ext cx="7629840" cy="23400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2"/>
          <a:stretch/>
        </p:blipFill>
        <p:spPr>
          <a:xfrm>
            <a:off x="6293160" y="4320000"/>
            <a:ext cx="4506840" cy="1541520"/>
          </a:xfrm>
          <a:prstGeom prst="rect">
            <a:avLst/>
          </a:prstGeom>
          <a:ln w="0">
            <a:noFill/>
          </a:ln>
        </p:spPr>
      </p:pic>
      <p:pic>
        <p:nvPicPr>
          <p:cNvPr id="138" name="" descr=""/>
          <p:cNvPicPr/>
          <p:nvPr/>
        </p:nvPicPr>
        <p:blipFill>
          <a:blip r:embed="rId3"/>
          <a:stretch/>
        </p:blipFill>
        <p:spPr>
          <a:xfrm>
            <a:off x="720000" y="4278600"/>
            <a:ext cx="3980520" cy="761400"/>
          </a:xfrm>
          <a:prstGeom prst="rect">
            <a:avLst/>
          </a:prstGeom>
          <a:ln w="0">
            <a:noFill/>
          </a:ln>
        </p:spPr>
      </p:pic>
      <p:pic>
        <p:nvPicPr>
          <p:cNvPr id="139" name="" descr=""/>
          <p:cNvPicPr/>
          <p:nvPr/>
        </p:nvPicPr>
        <p:blipFill>
          <a:blip r:embed="rId4"/>
          <a:stretch/>
        </p:blipFill>
        <p:spPr>
          <a:xfrm>
            <a:off x="1440000" y="5137200"/>
            <a:ext cx="2700000" cy="58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900000" y="1080000"/>
            <a:ext cx="5579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Escribir en el nodo primario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360000" y="1717560"/>
            <a:ext cx="5199480" cy="1342440"/>
          </a:xfrm>
          <a:prstGeom prst="rect">
            <a:avLst/>
          </a:prstGeom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2"/>
          <a:stretch/>
        </p:blipFill>
        <p:spPr>
          <a:xfrm>
            <a:off x="1080000" y="3217680"/>
            <a:ext cx="3132720" cy="742320"/>
          </a:xfrm>
          <a:prstGeom prst="rect">
            <a:avLst/>
          </a:prstGeom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3"/>
          <a:stretch/>
        </p:blipFill>
        <p:spPr>
          <a:xfrm>
            <a:off x="478800" y="4114800"/>
            <a:ext cx="6361200" cy="1285200"/>
          </a:xfrm>
          <a:prstGeom prst="rect">
            <a:avLst/>
          </a:prstGeom>
          <a:ln w="0">
            <a:noFill/>
          </a:ln>
        </p:spPr>
      </p:pic>
      <p:pic>
        <p:nvPicPr>
          <p:cNvPr id="145" name="" descr=""/>
          <p:cNvPicPr/>
          <p:nvPr/>
        </p:nvPicPr>
        <p:blipFill>
          <a:blip r:embed="rId4"/>
          <a:stretch/>
        </p:blipFill>
        <p:spPr>
          <a:xfrm>
            <a:off x="1001520" y="5400000"/>
            <a:ext cx="4218480" cy="389880"/>
          </a:xfrm>
          <a:prstGeom prst="rect">
            <a:avLst/>
          </a:prstGeom>
          <a:ln w="0">
            <a:noFill/>
          </a:ln>
        </p:spPr>
      </p:pic>
      <p:pic>
        <p:nvPicPr>
          <p:cNvPr id="146" name="" descr=""/>
          <p:cNvPicPr/>
          <p:nvPr/>
        </p:nvPicPr>
        <p:blipFill>
          <a:blip r:embed="rId5"/>
          <a:stretch/>
        </p:blipFill>
        <p:spPr>
          <a:xfrm>
            <a:off x="5660640" y="1690920"/>
            <a:ext cx="6399360" cy="1009080"/>
          </a:xfrm>
          <a:prstGeom prst="rect">
            <a:avLst/>
          </a:prstGeom>
          <a:ln w="0">
            <a:noFill/>
          </a:ln>
        </p:spPr>
      </p:pic>
      <p:pic>
        <p:nvPicPr>
          <p:cNvPr id="147" name="" descr=""/>
          <p:cNvPicPr/>
          <p:nvPr/>
        </p:nvPicPr>
        <p:blipFill>
          <a:blip r:embed="rId6"/>
          <a:stretch/>
        </p:blipFill>
        <p:spPr>
          <a:xfrm>
            <a:off x="6877800" y="2880000"/>
            <a:ext cx="1942200" cy="38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720000" y="1225440"/>
            <a:ext cx="5579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Escribir en el nodo primario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586440" y="1800000"/>
            <a:ext cx="11293560" cy="397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720720" y="1225440"/>
            <a:ext cx="5579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Simulación de fallo (Failover Automático)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1440000" y="4892040"/>
            <a:ext cx="9999360" cy="122796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360000" y="1910160"/>
            <a:ext cx="4513680" cy="789840"/>
          </a:xfrm>
          <a:prstGeom prst="rect">
            <a:avLst/>
          </a:prstGeom>
          <a:ln w="0">
            <a:noFill/>
          </a:ln>
        </p:spPr>
      </p:pic>
      <p:pic>
        <p:nvPicPr>
          <p:cNvPr id="155" name="" descr=""/>
          <p:cNvPicPr/>
          <p:nvPr/>
        </p:nvPicPr>
        <p:blipFill>
          <a:blip r:embed="rId3"/>
          <a:stretch/>
        </p:blipFill>
        <p:spPr>
          <a:xfrm>
            <a:off x="1440000" y="2725200"/>
            <a:ext cx="2446920" cy="694800"/>
          </a:xfrm>
          <a:prstGeom prst="rect">
            <a:avLst/>
          </a:prstGeom>
          <a:ln w="0">
            <a:noFill/>
          </a:ln>
        </p:spPr>
      </p:pic>
      <p:pic>
        <p:nvPicPr>
          <p:cNvPr id="156" name="" descr=""/>
          <p:cNvPicPr/>
          <p:nvPr/>
        </p:nvPicPr>
        <p:blipFill>
          <a:blip r:embed="rId4"/>
          <a:stretch/>
        </p:blipFill>
        <p:spPr>
          <a:xfrm>
            <a:off x="250920" y="3765240"/>
            <a:ext cx="6409080" cy="1094760"/>
          </a:xfrm>
          <a:prstGeom prst="rect">
            <a:avLst/>
          </a:prstGeom>
          <a:ln w="0">
            <a:noFill/>
          </a:ln>
        </p:spPr>
      </p:pic>
      <p:pic>
        <p:nvPicPr>
          <p:cNvPr id="157" name="" descr=""/>
          <p:cNvPicPr/>
          <p:nvPr/>
        </p:nvPicPr>
        <p:blipFill>
          <a:blip r:embed="rId5"/>
          <a:stretch/>
        </p:blipFill>
        <p:spPr>
          <a:xfrm>
            <a:off x="5545080" y="1940400"/>
            <a:ext cx="6647040" cy="1189800"/>
          </a:xfrm>
          <a:prstGeom prst="rect">
            <a:avLst/>
          </a:prstGeom>
          <a:ln w="0">
            <a:noFill/>
          </a:ln>
        </p:spPr>
      </p:pic>
      <p:pic>
        <p:nvPicPr>
          <p:cNvPr id="158" name="" descr=""/>
          <p:cNvPicPr/>
          <p:nvPr/>
        </p:nvPicPr>
        <p:blipFill>
          <a:blip r:embed="rId6"/>
          <a:stretch/>
        </p:blipFill>
        <p:spPr>
          <a:xfrm>
            <a:off x="7032960" y="3060000"/>
            <a:ext cx="3047040" cy="713880"/>
          </a:xfrm>
          <a:prstGeom prst="rect">
            <a:avLst/>
          </a:prstGeom>
          <a:ln w="0">
            <a:noFill/>
          </a:ln>
        </p:spPr>
      </p:pic>
      <p:pic>
        <p:nvPicPr>
          <p:cNvPr id="159" name="" descr=""/>
          <p:cNvPicPr/>
          <p:nvPr/>
        </p:nvPicPr>
        <p:blipFill>
          <a:blip r:embed="rId7"/>
          <a:stretch/>
        </p:blipFill>
        <p:spPr>
          <a:xfrm>
            <a:off x="7740000" y="3960000"/>
            <a:ext cx="1958400" cy="3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720000" y="1225440"/>
            <a:ext cx="5579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Simulación de fallo (Failover Automático)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4320000" y="1800000"/>
            <a:ext cx="3570840" cy="1294560"/>
          </a:xfrm>
          <a:prstGeom prst="rect">
            <a:avLst/>
          </a:prstGeom>
          <a:ln w="0">
            <a:noFill/>
          </a:ln>
        </p:spPr>
      </p:pic>
      <p:pic>
        <p:nvPicPr>
          <p:cNvPr id="163" name="" descr=""/>
          <p:cNvPicPr/>
          <p:nvPr/>
        </p:nvPicPr>
        <p:blipFill>
          <a:blip r:embed="rId2"/>
          <a:stretch/>
        </p:blipFill>
        <p:spPr>
          <a:xfrm>
            <a:off x="504360" y="3240000"/>
            <a:ext cx="3275640" cy="1323360"/>
          </a:xfrm>
          <a:prstGeom prst="rect">
            <a:avLst/>
          </a:prstGeom>
          <a:ln w="0">
            <a:noFill/>
          </a:ln>
        </p:spPr>
      </p:pic>
      <p:pic>
        <p:nvPicPr>
          <p:cNvPr id="164" name="" descr=""/>
          <p:cNvPicPr/>
          <p:nvPr/>
        </p:nvPicPr>
        <p:blipFill>
          <a:blip r:embed="rId3"/>
          <a:stretch/>
        </p:blipFill>
        <p:spPr>
          <a:xfrm>
            <a:off x="4148280" y="3420000"/>
            <a:ext cx="3951720" cy="1180440"/>
          </a:xfrm>
          <a:prstGeom prst="rect">
            <a:avLst/>
          </a:prstGeom>
          <a:ln w="0">
            <a:noFill/>
          </a:ln>
        </p:spPr>
      </p:pic>
      <p:pic>
        <p:nvPicPr>
          <p:cNvPr id="165" name="" descr=""/>
          <p:cNvPicPr/>
          <p:nvPr/>
        </p:nvPicPr>
        <p:blipFill>
          <a:blip r:embed="rId4"/>
          <a:stretch/>
        </p:blipFill>
        <p:spPr>
          <a:xfrm>
            <a:off x="8413920" y="3420000"/>
            <a:ext cx="3466080" cy="1132920"/>
          </a:xfrm>
          <a:prstGeom prst="rect">
            <a:avLst/>
          </a:prstGeom>
          <a:ln w="0">
            <a:noFill/>
          </a:ln>
        </p:spPr>
      </p:pic>
      <p:pic>
        <p:nvPicPr>
          <p:cNvPr id="166" name="" descr=""/>
          <p:cNvPicPr/>
          <p:nvPr/>
        </p:nvPicPr>
        <p:blipFill>
          <a:blip r:embed="rId5"/>
          <a:stretch/>
        </p:blipFill>
        <p:spPr>
          <a:xfrm>
            <a:off x="500400" y="4828320"/>
            <a:ext cx="5799600" cy="751680"/>
          </a:xfrm>
          <a:prstGeom prst="rect">
            <a:avLst/>
          </a:prstGeom>
          <a:ln w="0">
            <a:noFill/>
          </a:ln>
        </p:spPr>
      </p:pic>
      <p:pic>
        <p:nvPicPr>
          <p:cNvPr id="167" name="" descr=""/>
          <p:cNvPicPr/>
          <p:nvPr/>
        </p:nvPicPr>
        <p:blipFill>
          <a:blip r:embed="rId6"/>
          <a:stretch/>
        </p:blipFill>
        <p:spPr>
          <a:xfrm>
            <a:off x="3404520" y="5760000"/>
            <a:ext cx="3075480" cy="75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540000" y="1225440"/>
            <a:ext cx="9720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Durabilidad de Escritura (Write Concern: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majority y journal: true)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1"/>
          <a:stretch/>
        </p:blipFill>
        <p:spPr>
          <a:xfrm>
            <a:off x="1307160" y="1800000"/>
            <a:ext cx="3732840" cy="789840"/>
          </a:xfrm>
          <a:prstGeom prst="rect">
            <a:avLst/>
          </a:prstGeom>
          <a:ln w="0">
            <a:noFill/>
          </a:ln>
        </p:spPr>
      </p:pic>
      <p:pic>
        <p:nvPicPr>
          <p:cNvPr id="171" name="" descr=""/>
          <p:cNvPicPr/>
          <p:nvPr/>
        </p:nvPicPr>
        <p:blipFill>
          <a:blip r:embed="rId2"/>
          <a:stretch/>
        </p:blipFill>
        <p:spPr>
          <a:xfrm>
            <a:off x="1363320" y="2700000"/>
            <a:ext cx="3856680" cy="770760"/>
          </a:xfrm>
          <a:prstGeom prst="rect">
            <a:avLst/>
          </a:prstGeom>
          <a:ln w="0">
            <a:noFill/>
          </a:ln>
        </p:spPr>
      </p:pic>
      <p:pic>
        <p:nvPicPr>
          <p:cNvPr id="172" name="" descr=""/>
          <p:cNvPicPr/>
          <p:nvPr/>
        </p:nvPicPr>
        <p:blipFill>
          <a:blip r:embed="rId3"/>
          <a:stretch/>
        </p:blipFill>
        <p:spPr>
          <a:xfrm>
            <a:off x="1260000" y="3632760"/>
            <a:ext cx="6465960" cy="1047240"/>
          </a:xfrm>
          <a:prstGeom prst="rect">
            <a:avLst/>
          </a:prstGeom>
          <a:ln w="0">
            <a:noFill/>
          </a:ln>
        </p:spPr>
      </p:pic>
      <p:pic>
        <p:nvPicPr>
          <p:cNvPr id="173" name="" descr=""/>
          <p:cNvPicPr/>
          <p:nvPr/>
        </p:nvPicPr>
        <p:blipFill>
          <a:blip r:embed="rId4"/>
          <a:stretch/>
        </p:blipFill>
        <p:spPr>
          <a:xfrm>
            <a:off x="1330200" y="4739760"/>
            <a:ext cx="4789800" cy="138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1440000" y="1620000"/>
            <a:ext cx="5579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Descomprimir y restaurar la base de datos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540000" y="1229040"/>
            <a:ext cx="9720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Durabilidad de Escritura (Write Concern: majority y journal: true)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1260000" y="2160000"/>
            <a:ext cx="6437520" cy="1028160"/>
          </a:xfrm>
          <a:prstGeom prst="rect">
            <a:avLst/>
          </a:prstGeom>
          <a:ln w="0">
            <a:noFill/>
          </a:ln>
        </p:spPr>
      </p:pic>
      <p:pic>
        <p:nvPicPr>
          <p:cNvPr id="178" name="" descr=""/>
          <p:cNvPicPr/>
          <p:nvPr/>
        </p:nvPicPr>
        <p:blipFill>
          <a:blip r:embed="rId2"/>
          <a:stretch/>
        </p:blipFill>
        <p:spPr>
          <a:xfrm>
            <a:off x="1341360" y="3318480"/>
            <a:ext cx="4418640" cy="136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MongoDB: Replica Set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0" name="" descr=""/>
          <p:cNvPicPr/>
          <p:nvPr/>
        </p:nvPicPr>
        <p:blipFill>
          <a:blip r:embed="rId1"/>
          <a:stretch/>
        </p:blipFill>
        <p:spPr>
          <a:xfrm>
            <a:off x="720000" y="2045160"/>
            <a:ext cx="10980000" cy="3853800"/>
          </a:xfrm>
          <a:prstGeom prst="rect">
            <a:avLst/>
          </a:prstGeom>
          <a:ln w="0">
            <a:noFill/>
          </a:ln>
        </p:spPr>
      </p:pic>
      <p:sp>
        <p:nvSpPr>
          <p:cNvPr id="181" name=""/>
          <p:cNvSpPr/>
          <p:nvPr/>
        </p:nvSpPr>
        <p:spPr>
          <a:xfrm>
            <a:off x="900000" y="1229040"/>
            <a:ext cx="9720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Durabilidad de Escritura (Write Concern: majority y journal: true)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53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9840" cy="434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37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10 CuadroTexto"/>
          <p:cNvSpPr/>
          <p:nvPr/>
        </p:nvSpPr>
        <p:spPr>
          <a:xfrm>
            <a:off x="5150160" y="5508000"/>
            <a:ext cx="188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www.ceste.es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5" name="11 Imagen" descr=""/>
          <p:cNvPicPr/>
          <p:nvPr/>
        </p:nvPicPr>
        <p:blipFill>
          <a:blip r:embed="rId1"/>
          <a:stretch/>
        </p:blipFill>
        <p:spPr>
          <a:xfrm>
            <a:off x="4227480" y="2349000"/>
            <a:ext cx="3732120" cy="182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6" ma:contentTypeDescription="Crear nuevo documento." ma:contentTypeScope="" ma:versionID="73b97258e99d47497b96ecb181da94f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47e9c207501d1d53c375c00c242f54b4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F27A6D2C-8CE5-46A4-ADEC-6FD7C5F7EDCC}"/>
</file>

<file path=customXml/itemProps2.xml><?xml version="1.0" encoding="utf-8"?>
<ds:datastoreItem xmlns:ds="http://schemas.openxmlformats.org/officeDocument/2006/customXml" ds:itemID="{7557D189-32A8-411C-A1FE-5D98FC6CCF4F}"/>
</file>

<file path=customXml/itemProps3.xml><?xml version="1.0" encoding="utf-8"?>
<ds:datastoreItem xmlns:ds="http://schemas.openxmlformats.org/officeDocument/2006/customXml" ds:itemID="{E8D8D8A5-1EAA-41DC-A1E3-E10721989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3208</TotalTime>
  <Application>LibreOffice/7.3.7.2$Linux_X86_64 LibreOffice_project/30$Build-2</Application>
  <AppVersion>15.0000</AppVersion>
  <Words>12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2014-05-13T08:36:54Z</dcterms:created>
  <dc:creator>psoria</dc:creator>
  <dc:description/>
  <dc:language>es-ES</dc:language>
  <cp:lastModifiedBy/>
  <cp:lastPrinted>2018-06-15T07:54:48Z</cp:lastPrinted>
  <dcterms:modified xsi:type="dcterms:W3CDTF">2025-12-14T17:51:27Z</dcterms:modified>
  <cp:revision>584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  <property fmtid="{D5CDD505-2E9C-101B-9397-08002B2CF9AE}" pid="3" name="PresentationFormat">
    <vt:lpwstr>Panorámica</vt:lpwstr>
  </property>
  <property fmtid="{D5CDD505-2E9C-101B-9397-08002B2CF9AE}" pid="4" name="Slides">
    <vt:i4>3</vt:i4>
  </property>
</Properties>
</file>