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_rels/.rels" ContentType="application/vnd.openxmlformats-package.relationships+xml"/>
  <Override PartName="/customXml/item1.xml" ContentType="application/xml"/>
  <Override PartName="/customXml/itemProps1.xml" ContentType="application/vnd.openxmlformats-officedocument.customXmlProperties+xml"/>
  <Override PartName="/customXml/item2.xml" ContentType="application/xml"/>
  <Override PartName="/customXml/_rels/item3.xml.rels" ContentType="application/vnd.openxmlformats-package.relationships+xml"/>
  <Override PartName="/customXml/_rels/item2.xml.rels" ContentType="application/vnd.openxmlformats-package.relationships+xml"/>
  <Override PartName="/customXml/_rels/item1.xml.rels" ContentType="application/vnd.openxmlformats-package.relationships+xml"/>
  <Override PartName="/customXml/itemProps2.xml" ContentType="application/vnd.openxmlformats-officedocument.customXmlProperties+xml"/>
  <Override PartName="/customXml/item3.xml" ContentType="application/xml"/>
  <Override PartName="/customXml/itemProps3.xml" ContentType="application/vnd.openxmlformats-officedocument.customXml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_rels/presentation.xml.rels" ContentType="application/vnd.openxmlformats-package.relationships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media/image1.png" ContentType="image/png"/>
  <Override PartName="/ppt/media/image3.jpeg" ContentType="image/jpeg"/>
  <Override PartName="/ppt/media/image2.png" ContentType="image/png"/>
  <Override PartName="/ppt/media/image4.png" ContentType="image/png"/>
  <Override PartName="/ppt/media/image5.png" ContentType="image/png"/>
  <Override PartName="/ppt/media/image10.png" ContentType="image/png"/>
  <Override PartName="/ppt/media/image6.png" ContentType="image/png"/>
  <Override PartName="/ppt/media/image11.png" ContentType="image/png"/>
  <Override PartName="/ppt/media/image7.png" ContentType="image/png"/>
  <Override PartName="/ppt/media/image8.png" ContentType="image/png"/>
  <Override PartName="/ppt/media/image9.png" ContentType="image/png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11.xml.rels" ContentType="application/vnd.openxmlformats-package.relationships+xml"/>
  <Override PartName="/ppt/slides/_rels/slide9.xml.rels" ContentType="application/vnd.openxmlformats-package.relationships+xml"/>
  <Override PartName="/ppt/slides/_rels/slide10.xml.rels" ContentType="application/vnd.openxmlformats-package.relationships+xml"/>
  <Override PartName="/ppt/slides/_rels/slide8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3.xml.rels" ContentType="application/vnd.openxmlformats-package.relationships+xml"/>
  <Override PartName="/ppt/slides/_rels/slide5.xml.rels" ContentType="application/vnd.openxmlformats-package.relationships+xml"/>
  <Override PartName="/ppt/slides/_rels/slide2.xml.rels" ContentType="application/vnd.openxmlformats-package.relationships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  <Override PartName="/ppt/slides/slide11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customXml" Target="../customXml/item1.xml"/><Relationship Id="rId5" Type="http://schemas.openxmlformats.org/officeDocument/2006/relationships/customXml" Target="../customXml/item2.xml"/><Relationship Id="rId6" Type="http://schemas.openxmlformats.org/officeDocument/2006/relationships/customXml" Target="../customXml/item3.xml"/><Relationship Id="rId7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</p:sldIdLst>
  <p:sldSz cx="12192000" cy="685800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subTitle"/>
          </p:nvPr>
        </p:nvSpPr>
        <p:spPr>
          <a:xfrm>
            <a:off x="609480" y="273600"/>
            <a:ext cx="10972440" cy="5307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16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7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8" name="PlaceHolder 4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9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0" name="PlaceHolder 5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431964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4" name="PlaceHolder 4"/>
          <p:cNvSpPr>
            <a:spLocks noGrp="1"/>
          </p:cNvSpPr>
          <p:nvPr>
            <p:ph/>
          </p:nvPr>
        </p:nvSpPr>
        <p:spPr>
          <a:xfrm>
            <a:off x="802980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5" name="PlaceHolder 5"/>
          <p:cNvSpPr>
            <a:spLocks noGrp="1"/>
          </p:cNvSpPr>
          <p:nvPr>
            <p:ph/>
          </p:nvPr>
        </p:nvSpPr>
        <p:spPr>
          <a:xfrm>
            <a:off x="60948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6" name="PlaceHolder 6"/>
          <p:cNvSpPr>
            <a:spLocks noGrp="1"/>
          </p:cNvSpPr>
          <p:nvPr>
            <p:ph/>
          </p:nvPr>
        </p:nvSpPr>
        <p:spPr>
          <a:xfrm>
            <a:off x="431964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7" name="PlaceHolder 7"/>
          <p:cNvSpPr>
            <a:spLocks noGrp="1"/>
          </p:cNvSpPr>
          <p:nvPr>
            <p:ph/>
          </p:nvPr>
        </p:nvSpPr>
        <p:spPr>
          <a:xfrm>
            <a:off x="802980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44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46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PlaceHolder 1"/>
          <p:cNvSpPr>
            <a:spLocks noGrp="1"/>
          </p:cNvSpPr>
          <p:nvPr>
            <p:ph type="subTitle"/>
          </p:nvPr>
        </p:nvSpPr>
        <p:spPr>
          <a:xfrm>
            <a:off x="609480" y="273600"/>
            <a:ext cx="10972440" cy="5307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53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54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55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57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58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59" name="PlaceHolder 4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2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3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65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6" name="PlaceHolder 3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71" name="PlaceHolder 5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73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74" name="PlaceHolder 3"/>
          <p:cNvSpPr>
            <a:spLocks noGrp="1"/>
          </p:cNvSpPr>
          <p:nvPr>
            <p:ph/>
          </p:nvPr>
        </p:nvSpPr>
        <p:spPr>
          <a:xfrm>
            <a:off x="431964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75" name="PlaceHolder 4"/>
          <p:cNvSpPr>
            <a:spLocks noGrp="1"/>
          </p:cNvSpPr>
          <p:nvPr>
            <p:ph/>
          </p:nvPr>
        </p:nvSpPr>
        <p:spPr>
          <a:xfrm>
            <a:off x="802980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76" name="PlaceHolder 5"/>
          <p:cNvSpPr>
            <a:spLocks noGrp="1"/>
          </p:cNvSpPr>
          <p:nvPr>
            <p:ph/>
          </p:nvPr>
        </p:nvSpPr>
        <p:spPr>
          <a:xfrm>
            <a:off x="60948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77" name="PlaceHolder 6"/>
          <p:cNvSpPr>
            <a:spLocks noGrp="1"/>
          </p:cNvSpPr>
          <p:nvPr>
            <p:ph/>
          </p:nvPr>
        </p:nvSpPr>
        <p:spPr>
          <a:xfrm>
            <a:off x="431964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78" name="PlaceHolder 7"/>
          <p:cNvSpPr>
            <a:spLocks noGrp="1"/>
          </p:cNvSpPr>
          <p:nvPr>
            <p:ph/>
          </p:nvPr>
        </p:nvSpPr>
        <p:spPr>
          <a:xfrm>
            <a:off x="802980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slideLayout" Target="../slideLayouts/slideLayout13.xml"/><Relationship Id="rId5" Type="http://schemas.openxmlformats.org/officeDocument/2006/relationships/slideLayout" Target="../slideLayouts/slideLayout14.xml"/><Relationship Id="rId6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6.xml"/><Relationship Id="rId8" Type="http://schemas.openxmlformats.org/officeDocument/2006/relationships/slideLayout" Target="../slideLayouts/slideLayout17.xml"/><Relationship Id="rId9" Type="http://schemas.openxmlformats.org/officeDocument/2006/relationships/slideLayout" Target="../slideLayouts/slideLayout18.xml"/><Relationship Id="rId10" Type="http://schemas.openxmlformats.org/officeDocument/2006/relationships/slideLayout" Target="../slideLayouts/slideLayout19.xml"/><Relationship Id="rId11" Type="http://schemas.openxmlformats.org/officeDocument/2006/relationships/slideLayout" Target="../slideLayouts/slideLayout20.xml"/><Relationship Id="rId12" Type="http://schemas.openxmlformats.org/officeDocument/2006/relationships/slideLayout" Target="../slideLayouts/slideLayout21.xml"/><Relationship Id="rId13" Type="http://schemas.openxmlformats.org/officeDocument/2006/relationships/slideLayout" Target="../slideLayouts/slideLayout22.xml"/><Relationship Id="rId14" Type="http://schemas.openxmlformats.org/officeDocument/2006/relationships/slideLayout" Target="../slideLayouts/slideLayout23.xml"/><Relationship Id="rId15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0" lang="en-US" sz="4400" spc="-1" strike="noStrike">
                <a:latin typeface="Arial"/>
              </a:rPr>
              <a:t>Pulse para editar el formato del texto de </a:t>
            </a:r>
            <a:r>
              <a:rPr b="0" lang="en-US" sz="4400" spc="-1" strike="noStrike">
                <a:latin typeface="Arial"/>
              </a:rPr>
              <a:t>título</a:t>
            </a:r>
            <a:endParaRPr b="0" lang="en-US" sz="4400" spc="-1" strike="noStrike"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latin typeface="Arial"/>
              </a:rPr>
              <a:t>Pulse para editar el formato de texto del esquema</a:t>
            </a:r>
            <a:endParaRPr b="0" lang="en-US" sz="32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latin typeface="Arial"/>
              </a:rPr>
              <a:t>Segundo nivel del esquema</a:t>
            </a:r>
            <a:endParaRPr b="0" lang="en-US" sz="2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latin typeface="Arial"/>
              </a:rPr>
              <a:t>Tercer nivel del esquema</a:t>
            </a:r>
            <a:endParaRPr b="0" lang="en-US" sz="24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latin typeface="Arial"/>
              </a:rPr>
              <a:t>Cuarto nivel del esquema</a:t>
            </a:r>
            <a:endParaRPr b="0" lang="en-US" sz="20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Quinto nivel del esquema</a:t>
            </a:r>
            <a:endParaRPr b="0" lang="en-US" sz="20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Sexto nivel del esquema</a:t>
            </a:r>
            <a:endParaRPr b="0" lang="en-US" sz="20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Séptimo nivel del esquema</a:t>
            </a:r>
            <a:endParaRPr b="0" lang="en-US" sz="2000" spc="-1" strike="noStrike"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6 Rectángulo"/>
          <p:cNvSpPr/>
          <p:nvPr/>
        </p:nvSpPr>
        <p:spPr>
          <a:xfrm>
            <a:off x="0" y="6179400"/>
            <a:ext cx="12184560" cy="685080"/>
          </a:xfrm>
          <a:prstGeom prst="rect">
            <a:avLst/>
          </a:prstGeom>
          <a:solidFill>
            <a:srgbClr val="00359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pic>
        <p:nvPicPr>
          <p:cNvPr id="39" name="Picture 4" descr="http://www.ceste.es/wp-content/uploads/2016/06/CESTE-Diamante.png"/>
          <p:cNvPicPr/>
          <p:nvPr/>
        </p:nvPicPr>
        <p:blipFill>
          <a:blip r:embed="rId2"/>
          <a:stretch/>
        </p:blipFill>
        <p:spPr>
          <a:xfrm flipH="1">
            <a:off x="1686960" y="5883840"/>
            <a:ext cx="595080" cy="597240"/>
          </a:xfrm>
          <a:prstGeom prst="rect">
            <a:avLst/>
          </a:prstGeom>
          <a:ln w="0">
            <a:noFill/>
          </a:ln>
        </p:spPr>
      </p:pic>
      <p:pic>
        <p:nvPicPr>
          <p:cNvPr id="40" name="8 Imagen" descr="CESTE blanco estrella roja sin coletilla.png"/>
          <p:cNvPicPr/>
          <p:nvPr/>
        </p:nvPicPr>
        <p:blipFill>
          <a:blip r:embed="rId3"/>
          <a:stretch/>
        </p:blipFill>
        <p:spPr>
          <a:xfrm>
            <a:off x="9936360" y="6184800"/>
            <a:ext cx="1360080" cy="645120"/>
          </a:xfrm>
          <a:prstGeom prst="rect">
            <a:avLst/>
          </a:prstGeom>
          <a:ln w="0">
            <a:noFill/>
          </a:ln>
        </p:spPr>
      </p:pic>
      <p:sp>
        <p:nvSpPr>
          <p:cNvPr id="4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0" lang="en-US" sz="4400" spc="-1" strike="noStrike">
                <a:latin typeface="Arial"/>
              </a:rPr>
              <a:t>Pulse para editar el formato del texto de título</a:t>
            </a:r>
            <a:endParaRPr b="0" lang="en-US" sz="4400" spc="-1" strike="noStrike">
              <a:latin typeface="Arial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latin typeface="Arial"/>
              </a:rPr>
              <a:t>Pulse para editar el formato de texto del esquema</a:t>
            </a:r>
            <a:endParaRPr b="0" lang="en-US" sz="32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latin typeface="Arial"/>
              </a:rPr>
              <a:t>Segundo nivel del esquema</a:t>
            </a:r>
            <a:endParaRPr b="0" lang="en-US" sz="2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latin typeface="Arial"/>
              </a:rPr>
              <a:t>Tercer nivel del esquema</a:t>
            </a:r>
            <a:endParaRPr b="0" lang="en-US" sz="24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latin typeface="Arial"/>
              </a:rPr>
              <a:t>Cuarto nivel del esquema</a:t>
            </a:r>
            <a:endParaRPr b="0" lang="en-US" sz="20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Quinto nivel del esquema</a:t>
            </a:r>
            <a:endParaRPr b="0" lang="en-US" sz="20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Sexto nivel del esquema</a:t>
            </a:r>
            <a:endParaRPr b="0" lang="en-US" sz="20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Séptimo nivel del esquema</a:t>
            </a:r>
            <a:endParaRPr b="0" lang="en-US" sz="2000" spc="-1" strike="noStrike"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  <p:sldLayoutId id="2147483670" r:id="rId12"/>
    <p:sldLayoutId id="2147483671" r:id="rId13"/>
    <p:sldLayoutId id="2147483672" r:id="rId14"/>
    <p:sldLayoutId id="2147483673" r:id="rId15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3.jpeg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slideLayout" Target="../slideLayouts/slideLayout1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slideLayout" Target="../slideLayouts/slideLayout13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slideLayout" Target="../slideLayouts/slideLayout13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10.png"/><Relationship Id="rId2" Type="http://schemas.openxmlformats.org/officeDocument/2006/relationships/slideLayout" Target="../slideLayouts/slideLayout13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11.png"/><Relationship Id="rId2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9" name="Imagen 3" descr="Una mujer en frente de laptop&#10;&#10;Descripción generada automáticamente"/>
          <p:cNvPicPr/>
          <p:nvPr/>
        </p:nvPicPr>
        <p:blipFill>
          <a:blip r:embed="rId1"/>
          <a:srcRect l="1742" t="12716" r="9979" b="12799"/>
          <a:stretch/>
        </p:blipFill>
        <p:spPr>
          <a:xfrm>
            <a:off x="0" y="0"/>
            <a:ext cx="12184560" cy="6850440"/>
          </a:xfrm>
          <a:prstGeom prst="rect">
            <a:avLst/>
          </a:prstGeom>
          <a:ln w="0">
            <a:noFill/>
          </a:ln>
        </p:spPr>
      </p:pic>
      <p:sp>
        <p:nvSpPr>
          <p:cNvPr id="80" name="7 Rectángulo"/>
          <p:cNvSpPr/>
          <p:nvPr/>
        </p:nvSpPr>
        <p:spPr>
          <a:xfrm>
            <a:off x="852840" y="6682680"/>
            <a:ext cx="11384640" cy="345240"/>
          </a:xfrm>
          <a:prstGeom prst="rect">
            <a:avLst/>
          </a:prstGeom>
          <a:solidFill>
            <a:srgbClr val="00359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pic>
        <p:nvPicPr>
          <p:cNvPr id="81" name="Picture 4" descr="http://www.ceste.es/wp-content/uploads/2016/06/CESTE-Diamante.png"/>
          <p:cNvPicPr/>
          <p:nvPr/>
        </p:nvPicPr>
        <p:blipFill>
          <a:blip r:embed="rId2"/>
          <a:stretch/>
        </p:blipFill>
        <p:spPr>
          <a:xfrm flipH="1">
            <a:off x="559080" y="6582960"/>
            <a:ext cx="595080" cy="597240"/>
          </a:xfrm>
          <a:prstGeom prst="rect">
            <a:avLst/>
          </a:prstGeom>
          <a:ln w="0">
            <a:noFill/>
          </a:ln>
        </p:spPr>
      </p:pic>
      <p:sp>
        <p:nvSpPr>
          <p:cNvPr id="82" name="7 Rectángulo"/>
          <p:cNvSpPr/>
          <p:nvPr/>
        </p:nvSpPr>
        <p:spPr>
          <a:xfrm>
            <a:off x="-96840" y="-99360"/>
            <a:ext cx="11481480" cy="280440"/>
          </a:xfrm>
          <a:prstGeom prst="rect">
            <a:avLst/>
          </a:prstGeom>
          <a:solidFill>
            <a:srgbClr val="00359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pic>
        <p:nvPicPr>
          <p:cNvPr id="83" name="Picture 4" descr="http://www.ceste.es/wp-content/uploads/2016/06/CESTE-Diamante.png"/>
          <p:cNvPicPr/>
          <p:nvPr/>
        </p:nvPicPr>
        <p:blipFill>
          <a:blip r:embed="rId3"/>
          <a:stretch/>
        </p:blipFill>
        <p:spPr>
          <a:xfrm flipH="1">
            <a:off x="11098440" y="-316440"/>
            <a:ext cx="595080" cy="597240"/>
          </a:xfrm>
          <a:prstGeom prst="rect">
            <a:avLst/>
          </a:prstGeom>
          <a:ln w="0">
            <a:noFill/>
          </a:ln>
        </p:spPr>
      </p:pic>
      <p:grpSp>
        <p:nvGrpSpPr>
          <p:cNvPr id="84" name="Grupo 14"/>
          <p:cNvGrpSpPr/>
          <p:nvPr/>
        </p:nvGrpSpPr>
        <p:grpSpPr>
          <a:xfrm>
            <a:off x="504000" y="405720"/>
            <a:ext cx="5248800" cy="2399400"/>
            <a:chOff x="504000" y="405720"/>
            <a:chExt cx="5248800" cy="2399400"/>
          </a:xfrm>
        </p:grpSpPr>
        <p:sp>
          <p:nvSpPr>
            <p:cNvPr id="85" name="12 Rectángulo"/>
            <p:cNvSpPr/>
            <p:nvPr/>
          </p:nvSpPr>
          <p:spPr>
            <a:xfrm>
              <a:off x="504000" y="405720"/>
              <a:ext cx="4847400" cy="2399400"/>
            </a:xfrm>
            <a:prstGeom prst="rect">
              <a:avLst/>
            </a:prstGeom>
            <a:solidFill>
              <a:srgbClr val="003594">
                <a:alpha val="46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grpSp>
          <p:nvGrpSpPr>
            <p:cNvPr id="86" name="Grupo 5"/>
            <p:cNvGrpSpPr/>
            <p:nvPr/>
          </p:nvGrpSpPr>
          <p:grpSpPr>
            <a:xfrm>
              <a:off x="734760" y="980640"/>
              <a:ext cx="5018040" cy="1824480"/>
              <a:chOff x="734760" y="980640"/>
              <a:chExt cx="5018040" cy="1824480"/>
            </a:xfrm>
          </p:grpSpPr>
          <p:sp>
            <p:nvSpPr>
              <p:cNvPr id="87" name="2 Subtítulo"/>
              <p:cNvSpPr/>
              <p:nvPr/>
            </p:nvSpPr>
            <p:spPr>
              <a:xfrm>
                <a:off x="778680" y="2277000"/>
                <a:ext cx="4974120" cy="52812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rmAutofit/>
              </a:bodyPr>
              <a:p>
                <a:pPr>
                  <a:lnSpc>
                    <a:spcPct val="100000"/>
                  </a:lnSpc>
                  <a:buNone/>
                  <a:tabLst>
                    <a:tab algn="l" pos="0"/>
                  </a:tabLst>
                </a:pPr>
                <a:r>
                  <a:rPr b="1" lang="es-ES" sz="1800" spc="-1" strike="noStrike">
                    <a:solidFill>
                      <a:srgbClr val="ffffff"/>
                    </a:solidFill>
                    <a:latin typeface="Calibri"/>
                    <a:ea typeface="DejaVu Sans"/>
                  </a:rPr>
                  <a:t>Mongo DB</a:t>
                </a:r>
                <a:endParaRPr b="0" lang="en-US" sz="1800" spc="-1" strike="noStrike">
                  <a:latin typeface="Arial"/>
                </a:endParaRPr>
              </a:p>
            </p:txBody>
          </p:sp>
          <p:sp>
            <p:nvSpPr>
              <p:cNvPr id="88" name="1 Título"/>
              <p:cNvSpPr/>
              <p:nvPr/>
            </p:nvSpPr>
            <p:spPr>
              <a:xfrm>
                <a:off x="734760" y="980640"/>
                <a:ext cx="4010040" cy="131544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buNone/>
                </a:pPr>
                <a:endParaRPr b="0" lang="en-US" sz="1800" spc="-1" strike="noStrike">
                  <a:latin typeface="Arial"/>
                </a:endParaRPr>
              </a:p>
              <a:p>
                <a:pPr>
                  <a:lnSpc>
                    <a:spcPct val="100000"/>
                  </a:lnSpc>
                  <a:buNone/>
                </a:pPr>
                <a:endParaRPr b="0" lang="en-US" sz="1800" spc="-1" strike="noStrike">
                  <a:latin typeface="Arial"/>
                </a:endParaRPr>
              </a:p>
              <a:p>
                <a:pPr>
                  <a:lnSpc>
                    <a:spcPct val="100000"/>
                  </a:lnSpc>
                  <a:buNone/>
                </a:pPr>
                <a:r>
                  <a:rPr b="1" lang="es-ES" sz="3500" spc="-1" strike="noStrike">
                    <a:solidFill>
                      <a:srgbClr val="ffffff"/>
                    </a:solidFill>
                    <a:latin typeface="Calibri"/>
                    <a:ea typeface="DejaVu Sans"/>
                  </a:rPr>
                  <a:t>Formación IA</a:t>
                </a:r>
                <a:endParaRPr b="0" lang="en-US" sz="3500" spc="-1" strike="noStrike">
                  <a:latin typeface="Arial"/>
                </a:endParaRPr>
              </a:p>
            </p:txBody>
          </p:sp>
        </p:grpSp>
      </p:grpSp>
      <p:pic>
        <p:nvPicPr>
          <p:cNvPr id="89" name="Imagen 9" descr="Logotipo&#10;&#10;El contenido generado por IA puede ser incorrecto."/>
          <p:cNvPicPr/>
          <p:nvPr/>
        </p:nvPicPr>
        <p:blipFill>
          <a:blip r:embed="rId4"/>
          <a:stretch/>
        </p:blipFill>
        <p:spPr>
          <a:xfrm>
            <a:off x="3575880" y="532440"/>
            <a:ext cx="1646640" cy="8006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08040" cy="5360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>
              <a:lnSpc>
                <a:spcPct val="90000"/>
              </a:lnSpc>
              <a:buNone/>
            </a:pPr>
            <a:r>
              <a:rPr b="1" lang="es-ES" sz="2400" spc="-1" strike="noStrike">
                <a:solidFill>
                  <a:srgbClr val="000000"/>
                </a:solidFill>
                <a:latin typeface="Calibri"/>
              </a:rPr>
              <a:t>MongoDB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91" name="PlaceHolder 2"/>
          <p:cNvSpPr>
            <a:spLocks noGrp="1"/>
          </p:cNvSpPr>
          <p:nvPr>
            <p:ph/>
          </p:nvPr>
        </p:nvSpPr>
        <p:spPr>
          <a:xfrm>
            <a:off x="838080" y="1124640"/>
            <a:ext cx="10508040" cy="6746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432000" indent="-324000">
              <a:lnSpc>
                <a:spcPct val="100000"/>
              </a:lnSpc>
              <a:buClr>
                <a:srgbClr val="000000"/>
              </a:buClr>
              <a:buFont typeface="Wingdings" charset="2"/>
              <a:buChar char=""/>
            </a:pPr>
            <a:r>
              <a:rPr b="0" lang="en-US" sz="1800" spc="-1" strike="noStrike">
                <a:latin typeface="Arial"/>
              </a:rPr>
              <a:t> </a:t>
            </a:r>
            <a:r>
              <a:rPr b="1" lang="es-ES" sz="2400" spc="-1" strike="noStrike">
                <a:latin typeface="Calibri"/>
              </a:rPr>
              <a:t>Añadir el índice espacial a la colección Bikes</a:t>
            </a:r>
            <a:endParaRPr b="0" lang="en-US" sz="2400" spc="-1" strike="noStrike">
              <a:latin typeface="Arial"/>
            </a:endParaRPr>
          </a:p>
        </p:txBody>
      </p:sp>
    </p:spTree>
  </p:cSld>
  <mc:AlternateContent>
    <mc:Choice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08040" cy="5360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>
              <a:lnSpc>
                <a:spcPct val="90000"/>
              </a:lnSpc>
              <a:buNone/>
            </a:pPr>
            <a:r>
              <a:rPr b="1" lang="es-ES" sz="2400" spc="-1" strike="noStrike">
                <a:solidFill>
                  <a:srgbClr val="000000"/>
                </a:solidFill>
                <a:latin typeface="Calibri"/>
              </a:rPr>
              <a:t>MongoDB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93" name="PlaceHolder 2"/>
          <p:cNvSpPr>
            <a:spLocks noGrp="1"/>
          </p:cNvSpPr>
          <p:nvPr>
            <p:ph/>
          </p:nvPr>
        </p:nvSpPr>
        <p:spPr>
          <a:xfrm>
            <a:off x="838080" y="1124640"/>
            <a:ext cx="10508040" cy="6746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432000" indent="-324000">
              <a:lnSpc>
                <a:spcPct val="100000"/>
              </a:lnSpc>
              <a:buClr>
                <a:srgbClr val="000000"/>
              </a:buClr>
              <a:buFont typeface="Wingdings" charset="2"/>
              <a:buChar char=""/>
            </a:pPr>
            <a:r>
              <a:rPr b="0" lang="en-US" sz="1800" spc="-1" strike="noStrike">
                <a:latin typeface="Arial"/>
              </a:rPr>
              <a:t> </a:t>
            </a:r>
            <a:r>
              <a:rPr b="1" lang="es-ES" sz="2400" spc="-1" strike="noStrike">
                <a:latin typeface="Calibri"/>
              </a:rPr>
              <a:t>¿Qué bicicletas están a menos de un km de la estación Delicias de Zaragoza?</a:t>
            </a:r>
            <a:endParaRPr b="0" lang="en-US" sz="2400" spc="-1" strike="noStrike">
              <a:latin typeface="Arial"/>
            </a:endParaRPr>
          </a:p>
        </p:txBody>
      </p:sp>
      <p:pic>
        <p:nvPicPr>
          <p:cNvPr id="94" name="" descr=""/>
          <p:cNvPicPr/>
          <p:nvPr/>
        </p:nvPicPr>
        <p:blipFill>
          <a:blip r:embed="rId1"/>
          <a:stretch/>
        </p:blipFill>
        <p:spPr>
          <a:xfrm>
            <a:off x="4140000" y="1799640"/>
            <a:ext cx="4986720" cy="43200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08040" cy="5360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>
              <a:lnSpc>
                <a:spcPct val="90000"/>
              </a:lnSpc>
              <a:buNone/>
            </a:pPr>
            <a:r>
              <a:rPr b="1" lang="es-ES" sz="2400" spc="-1" strike="noStrike">
                <a:solidFill>
                  <a:srgbClr val="000000"/>
                </a:solidFill>
                <a:latin typeface="Calibri"/>
              </a:rPr>
              <a:t>MongoDB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96" name="PlaceHolder 2"/>
          <p:cNvSpPr>
            <a:spLocks noGrp="1"/>
          </p:cNvSpPr>
          <p:nvPr>
            <p:ph/>
          </p:nvPr>
        </p:nvSpPr>
        <p:spPr>
          <a:xfrm>
            <a:off x="838080" y="1124640"/>
            <a:ext cx="10508040" cy="6746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432000" indent="-324000">
              <a:lnSpc>
                <a:spcPct val="100000"/>
              </a:lnSpc>
              <a:buClr>
                <a:srgbClr val="000000"/>
              </a:buClr>
              <a:buFont typeface="Wingdings" charset="2"/>
              <a:buChar char=""/>
            </a:pPr>
            <a:r>
              <a:rPr b="0" lang="en-US" sz="1800" spc="-1" strike="noStrike">
                <a:latin typeface="Arial"/>
              </a:rPr>
              <a:t> </a:t>
            </a:r>
            <a:r>
              <a:rPr b="1" lang="es-ES" sz="2400" spc="-1" strike="noStrike">
                <a:latin typeface="Calibri"/>
              </a:rPr>
              <a:t>¿Cuántas bicicletas están a menos de 500 metros de la estación Delicias de Zaragoza?</a:t>
            </a:r>
            <a:endParaRPr b="0" lang="en-US" sz="2400" spc="-1" strike="noStrike">
              <a:latin typeface="Arial"/>
            </a:endParaRPr>
          </a:p>
        </p:txBody>
      </p:sp>
      <p:pic>
        <p:nvPicPr>
          <p:cNvPr id="97" name="" descr=""/>
          <p:cNvPicPr/>
          <p:nvPr/>
        </p:nvPicPr>
        <p:blipFill>
          <a:blip r:embed="rId1"/>
          <a:stretch/>
        </p:blipFill>
        <p:spPr>
          <a:xfrm>
            <a:off x="3833280" y="2160000"/>
            <a:ext cx="4446720" cy="38523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08040" cy="5360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>
              <a:lnSpc>
                <a:spcPct val="90000"/>
              </a:lnSpc>
              <a:buNone/>
            </a:pPr>
            <a:r>
              <a:rPr b="1" lang="es-ES" sz="2400" spc="-1" strike="noStrike">
                <a:solidFill>
                  <a:srgbClr val="000000"/>
                </a:solidFill>
                <a:latin typeface="Calibri"/>
              </a:rPr>
              <a:t>MongoDB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99" name="PlaceHolder 2"/>
          <p:cNvSpPr>
            <a:spLocks noGrp="1"/>
          </p:cNvSpPr>
          <p:nvPr>
            <p:ph/>
          </p:nvPr>
        </p:nvSpPr>
        <p:spPr>
          <a:xfrm>
            <a:off x="838080" y="1124640"/>
            <a:ext cx="10508040" cy="6746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432000" indent="-324000">
              <a:lnSpc>
                <a:spcPct val="100000"/>
              </a:lnSpc>
              <a:buClr>
                <a:srgbClr val="000000"/>
              </a:buClr>
              <a:buFont typeface="Wingdings" charset="2"/>
              <a:buChar char=""/>
            </a:pPr>
            <a:r>
              <a:rPr b="0" lang="en-US" sz="1800" spc="-1" strike="noStrike">
                <a:latin typeface="Arial"/>
              </a:rPr>
              <a:t> </a:t>
            </a:r>
            <a:r>
              <a:rPr b="1" lang="es-ES" sz="2400" spc="-1" strike="noStrike">
                <a:latin typeface="Calibri"/>
              </a:rPr>
              <a:t>¿Cuáles son las 5 bicicletas que están más cerca de la estación Delicias de Zaragoza?</a:t>
            </a:r>
            <a:endParaRPr b="0" lang="en-US" sz="2400" spc="-1" strike="noStrike">
              <a:latin typeface="Arial"/>
            </a:endParaRPr>
          </a:p>
        </p:txBody>
      </p:sp>
    </p:spTree>
  </p:cSld>
  <mc:AlternateContent>
    <mc:Choice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08040" cy="5360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>
              <a:lnSpc>
                <a:spcPct val="90000"/>
              </a:lnSpc>
              <a:buNone/>
            </a:pPr>
            <a:r>
              <a:rPr b="1" lang="es-ES" sz="2400" spc="-1" strike="noStrike">
                <a:solidFill>
                  <a:srgbClr val="000000"/>
                </a:solidFill>
                <a:latin typeface="Calibri"/>
              </a:rPr>
              <a:t>MongoDB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101" name="PlaceHolder 2"/>
          <p:cNvSpPr>
            <a:spLocks noGrp="1"/>
          </p:cNvSpPr>
          <p:nvPr>
            <p:ph/>
          </p:nvPr>
        </p:nvSpPr>
        <p:spPr>
          <a:xfrm>
            <a:off x="838080" y="1124640"/>
            <a:ext cx="10508040" cy="6746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432000" indent="-324000">
              <a:lnSpc>
                <a:spcPct val="100000"/>
              </a:lnSpc>
              <a:buClr>
                <a:srgbClr val="000000"/>
              </a:buClr>
              <a:buFont typeface="Wingdings" charset="2"/>
              <a:buChar char=""/>
            </a:pPr>
            <a:r>
              <a:rPr b="0" lang="en-US" sz="1800" spc="-1" strike="noStrike">
                <a:latin typeface="Arial"/>
              </a:rPr>
              <a:t> </a:t>
            </a:r>
            <a:r>
              <a:rPr b="1" lang="es-ES" sz="2400" spc="-1" strike="noStrike">
                <a:latin typeface="Calibri"/>
              </a:rPr>
              <a:t>¿A qué distancia está la bicicleta más cercana a la estación Delicias de Zaragoza?</a:t>
            </a:r>
            <a:endParaRPr b="0" lang="en-US" sz="2400" spc="-1" strike="noStrike">
              <a:latin typeface="Arial"/>
            </a:endParaRPr>
          </a:p>
        </p:txBody>
      </p:sp>
    </p:spTree>
  </p:cSld>
  <mc:AlternateContent>
    <mc:Choice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08040" cy="5360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>
              <a:lnSpc>
                <a:spcPct val="90000"/>
              </a:lnSpc>
              <a:buNone/>
            </a:pPr>
            <a:r>
              <a:rPr b="1" lang="es-ES" sz="2400" spc="-1" strike="noStrike">
                <a:solidFill>
                  <a:srgbClr val="000000"/>
                </a:solidFill>
                <a:latin typeface="Calibri"/>
              </a:rPr>
              <a:t>MongoDB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103" name="PlaceHolder 2"/>
          <p:cNvSpPr>
            <a:spLocks noGrp="1"/>
          </p:cNvSpPr>
          <p:nvPr>
            <p:ph/>
          </p:nvPr>
        </p:nvSpPr>
        <p:spPr>
          <a:xfrm>
            <a:off x="838080" y="1124640"/>
            <a:ext cx="10508040" cy="6746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432000" indent="-324000">
              <a:lnSpc>
                <a:spcPct val="100000"/>
              </a:lnSpc>
              <a:buClr>
                <a:srgbClr val="000000"/>
              </a:buClr>
              <a:buFont typeface="Wingdings" charset="2"/>
              <a:buChar char=""/>
            </a:pPr>
            <a:r>
              <a:rPr b="0" lang="en-US" sz="1800" spc="-1" strike="noStrike">
                <a:latin typeface="Arial"/>
              </a:rPr>
              <a:t> </a:t>
            </a:r>
            <a:r>
              <a:rPr b="1" lang="es-ES" sz="2400" spc="-1" strike="noStrike">
                <a:latin typeface="Calibri"/>
              </a:rPr>
              <a:t>¿Cual es la bicicleta disponible más lejana a la estación Delicias de Zaragoza?</a:t>
            </a:r>
            <a:endParaRPr b="0" lang="en-US" sz="2400" spc="-1" strike="noStrike">
              <a:latin typeface="Arial"/>
            </a:endParaRPr>
          </a:p>
        </p:txBody>
      </p:sp>
    </p:spTree>
  </p:cSld>
  <mc:AlternateContent>
    <mc:Choice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08040" cy="5360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>
              <a:lnSpc>
                <a:spcPct val="90000"/>
              </a:lnSpc>
              <a:buNone/>
            </a:pPr>
            <a:r>
              <a:rPr b="1" lang="es-ES" sz="2400" spc="-1" strike="noStrike">
                <a:solidFill>
                  <a:srgbClr val="000000"/>
                </a:solidFill>
                <a:latin typeface="Calibri"/>
              </a:rPr>
              <a:t>MongoDB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105" name="PlaceHolder 2"/>
          <p:cNvSpPr>
            <a:spLocks noGrp="1"/>
          </p:cNvSpPr>
          <p:nvPr>
            <p:ph/>
          </p:nvPr>
        </p:nvSpPr>
        <p:spPr>
          <a:xfrm>
            <a:off x="838080" y="1124640"/>
            <a:ext cx="10508040" cy="6746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432000" indent="-324000">
              <a:lnSpc>
                <a:spcPct val="100000"/>
              </a:lnSpc>
              <a:buClr>
                <a:srgbClr val="000000"/>
              </a:buClr>
              <a:buFont typeface="Wingdings" charset="2"/>
              <a:buChar char=""/>
            </a:pPr>
            <a:r>
              <a:rPr b="0" lang="en-US" sz="1800" spc="-1" strike="noStrike">
                <a:latin typeface="Arial"/>
              </a:rPr>
              <a:t> </a:t>
            </a:r>
            <a:r>
              <a:rPr b="1" lang="es-ES" sz="2400" spc="-1" strike="noStrike">
                <a:latin typeface="Calibri"/>
              </a:rPr>
              <a:t>¿Qué bicicletas se encuentran entre un kilómetro y medio y 500 metros de la plaza del Pilar de Zaragoza?</a:t>
            </a:r>
            <a:endParaRPr b="0" lang="en-US" sz="2400" spc="-1" strike="noStrike">
              <a:latin typeface="Arial"/>
            </a:endParaRPr>
          </a:p>
        </p:txBody>
      </p:sp>
      <p:pic>
        <p:nvPicPr>
          <p:cNvPr id="106" name="" descr=""/>
          <p:cNvPicPr/>
          <p:nvPr/>
        </p:nvPicPr>
        <p:blipFill>
          <a:blip r:embed="rId1"/>
          <a:stretch/>
        </p:blipFill>
        <p:spPr>
          <a:xfrm>
            <a:off x="3780000" y="1980000"/>
            <a:ext cx="4934160" cy="41720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08040" cy="5360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>
              <a:lnSpc>
                <a:spcPct val="90000"/>
              </a:lnSpc>
              <a:buNone/>
            </a:pPr>
            <a:r>
              <a:rPr b="1" lang="es-ES" sz="2400" spc="-1" strike="noStrike">
                <a:solidFill>
                  <a:srgbClr val="000000"/>
                </a:solidFill>
                <a:latin typeface="Calibri"/>
              </a:rPr>
              <a:t>MongoDB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108" name="PlaceHolder 2"/>
          <p:cNvSpPr>
            <a:spLocks noGrp="1"/>
          </p:cNvSpPr>
          <p:nvPr>
            <p:ph/>
          </p:nvPr>
        </p:nvSpPr>
        <p:spPr>
          <a:xfrm>
            <a:off x="838080" y="1124640"/>
            <a:ext cx="10508040" cy="6746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432000" indent="-324000">
              <a:lnSpc>
                <a:spcPct val="100000"/>
              </a:lnSpc>
              <a:buClr>
                <a:srgbClr val="000000"/>
              </a:buClr>
              <a:buFont typeface="Wingdings" charset="2"/>
              <a:buChar char=""/>
            </a:pPr>
            <a:r>
              <a:rPr b="0" lang="en-US" sz="1800" spc="-1" strike="noStrike">
                <a:latin typeface="Arial"/>
              </a:rPr>
              <a:t> </a:t>
            </a:r>
            <a:r>
              <a:rPr b="1" lang="es-ES" sz="2400" spc="-1" strike="noStrike">
                <a:latin typeface="Calibri"/>
              </a:rPr>
              <a:t>¿Qué bicicletas están dentro del polígono?</a:t>
            </a:r>
            <a:endParaRPr b="0" lang="en-US" sz="2400" spc="-1" strike="noStrike">
              <a:latin typeface="Arial"/>
            </a:endParaRPr>
          </a:p>
        </p:txBody>
      </p:sp>
      <p:pic>
        <p:nvPicPr>
          <p:cNvPr id="109" name="" descr=""/>
          <p:cNvPicPr/>
          <p:nvPr/>
        </p:nvPicPr>
        <p:blipFill>
          <a:blip r:embed="rId1"/>
          <a:stretch/>
        </p:blipFill>
        <p:spPr>
          <a:xfrm>
            <a:off x="3240000" y="2022840"/>
            <a:ext cx="6119640" cy="39009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08040" cy="5360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>
              <a:lnSpc>
                <a:spcPct val="90000"/>
              </a:lnSpc>
              <a:buNone/>
            </a:pPr>
            <a:r>
              <a:rPr b="1" lang="es-ES" sz="2400" spc="-1" strike="noStrike">
                <a:solidFill>
                  <a:srgbClr val="000000"/>
                </a:solidFill>
                <a:latin typeface="Calibri"/>
              </a:rPr>
              <a:t>MongoDB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111" name="PlaceHolder 2"/>
          <p:cNvSpPr>
            <a:spLocks noGrp="1"/>
          </p:cNvSpPr>
          <p:nvPr>
            <p:ph/>
          </p:nvPr>
        </p:nvSpPr>
        <p:spPr>
          <a:xfrm>
            <a:off x="838080" y="1124640"/>
            <a:ext cx="10508040" cy="43437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  <mc:AlternateContent>
    <mc:Choice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8379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10 CuadroTexto"/>
          <p:cNvSpPr/>
          <p:nvPr/>
        </p:nvSpPr>
        <p:spPr>
          <a:xfrm>
            <a:off x="5150160" y="5508000"/>
            <a:ext cx="188964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s-ES" sz="2400" spc="-1" strike="noStrike">
                <a:solidFill>
                  <a:srgbClr val="ffffff"/>
                </a:solidFill>
                <a:latin typeface="Calibri"/>
                <a:ea typeface="DejaVu Sans"/>
              </a:rPr>
              <a:t>www.ceste.es</a:t>
            </a:r>
            <a:endParaRPr b="0" lang="en-US" sz="2400" spc="-1" strike="noStrike">
              <a:latin typeface="Arial"/>
            </a:endParaRPr>
          </a:p>
        </p:txBody>
      </p:sp>
      <p:pic>
        <p:nvPicPr>
          <p:cNvPr id="113" name="11 Imagen" descr=""/>
          <p:cNvPicPr/>
          <p:nvPr/>
        </p:nvPicPr>
        <p:blipFill>
          <a:blip r:embed="rId1"/>
          <a:stretch/>
        </p:blipFill>
        <p:spPr>
          <a:xfrm>
            <a:off x="4227480" y="2349000"/>
            <a:ext cx="3730320" cy="18183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customXml/_rels/item1.xml.rels><?xml version="1.0" encoding="UTF-8"?>
<Relationships xmlns="http://schemas.openxmlformats.org/package/2006/relationships"><Relationship Id="rId1" Type="http://schemas.openxmlformats.org/officeDocument/2006/relationships/customXmlProps" Target="itemProps1.xml"/>
</Relationships>
</file>

<file path=customXml/_rels/item2.xml.rels><?xml version="1.0" encoding="UTF-8"?>
<Relationships xmlns="http://schemas.openxmlformats.org/package/2006/relationships"><Relationship Id="rId1" Type="http://schemas.openxmlformats.org/officeDocument/2006/relationships/customXmlProps" Target="itemProps2.xml"/>
</Relationships>
</file>

<file path=customXml/_rels/item3.xml.rels><?xml version="1.0" encoding="UTF-8"?>
<Relationships xmlns="http://schemas.openxmlformats.org/package/2006/relationships"><Relationship Id="rId1" Type="http://schemas.openxmlformats.org/officeDocument/2006/relationships/customXmlProps" Target="itemProps3.xml"/>
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D61D317CF2309C4E8DA448EE42D88B65" ma:contentTypeVersion="16" ma:contentTypeDescription="Crear nuevo documento." ma:contentTypeScope="" ma:versionID="73b97258e99d47497b96ecb181da94f2">
  <xsd:schema xmlns:xsd="http://www.w3.org/2001/XMLSchema" xmlns:xs="http://www.w3.org/2001/XMLSchema" xmlns:p="http://schemas.microsoft.com/office/2006/metadata/properties" xmlns:ns2="e24c3f89-b1e2-4b5c-81e1-9b07710f5189" xmlns:ns3="ce845bb0-6f82-4cf9-8b02-3916bb6268df" targetNamespace="http://schemas.microsoft.com/office/2006/metadata/properties" ma:root="true" ma:fieldsID="47e9c207501d1d53c375c00c242f54b4" ns2:_="" ns3:_="">
    <xsd:import namespace="e24c3f89-b1e2-4b5c-81e1-9b07710f5189"/>
    <xsd:import namespace="ce845bb0-6f82-4cf9-8b02-3916bb6268df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3:SharedWithUsers" minOccurs="0"/>
                <xsd:element ref="ns3:SharedWithDetails" minOccurs="0"/>
                <xsd:element ref="ns2:MediaLengthInSeconds" minOccurs="0"/>
                <xsd:element ref="ns2:MediaServiceLocation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24c3f89-b1e2-4b5c-81e1-9b07710f5189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7" nillable="true" ma:displayName="MediaLengthInSeconds" ma:hidden="true" ma:internalName="MediaLengthInSeconds" ma:readOnly="true">
      <xsd:simpleType>
        <xsd:restriction base="dms:Unknown"/>
      </xsd:simpleType>
    </xsd:element>
    <xsd:element name="MediaServiceLocation" ma:index="18" nillable="true" ma:displayName="Location" ma:internalName="MediaServiceLocation" ma:readOnly="true">
      <xsd:simpleType>
        <xsd:restriction base="dms:Text"/>
      </xsd:simpleType>
    </xsd:element>
    <xsd:element name="lcf76f155ced4ddcb4097134ff3c332f" ma:index="20" nillable="true" ma:taxonomy="true" ma:internalName="lcf76f155ced4ddcb4097134ff3c332f" ma:taxonomyFieldName="MediaServiceImageTags" ma:displayName="Etiquetas de imagen" ma:readOnly="false" ma:fieldId="{5cf76f15-5ced-4ddc-b409-7134ff3c332f}" ma:taxonomyMulti="true" ma:sspId="59dbaa74-2a60-464d-988b-bba989cac701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3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e845bb0-6f82-4cf9-8b02-3916bb6268df" elementFormDefault="qualified">
    <xsd:import namespace="http://schemas.microsoft.com/office/2006/documentManagement/types"/>
    <xsd:import namespace="http://schemas.microsoft.com/office/infopath/2007/PartnerControls"/>
    <xsd:element name="SharedWithUsers" ma:index="15" nillable="true" ma:displayName="Compartido con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6" nillable="true" ma:displayName="Detalles de uso compartido" ma:internalName="SharedWithDetails" ma:readOnly="true">
      <xsd:simpleType>
        <xsd:restriction base="dms:Note">
          <xsd:maxLength value="255"/>
        </xsd:restriction>
      </xsd:simpleType>
    </xsd:element>
    <xsd:element name="TaxCatchAll" ma:index="21" nillable="true" ma:displayName="Taxonomy Catch All Column" ma:hidden="true" ma:list="{51e47c2f-83de-443c-9b77-fbf0d35e4197}" ma:internalName="TaxCatchAll" ma:showField="CatchAllData" ma:web="ce845bb0-6f82-4cf9-8b02-3916bb6268df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e24c3f89-b1e2-4b5c-81e1-9b07710f5189">
      <Terms xmlns="http://schemas.microsoft.com/office/infopath/2007/PartnerControls"/>
    </lcf76f155ced4ddcb4097134ff3c332f>
    <TaxCatchAll xmlns="ce845bb0-6f82-4cf9-8b02-3916bb6268df" xsi:nil="true"/>
  </documentManagement>
</p:properties>
</file>

<file path=customXml/itemProps1.xml><?xml version="1.0" encoding="utf-8"?>
<ds:datastoreItem xmlns:ds="http://schemas.openxmlformats.org/officeDocument/2006/customXml" ds:itemID="{F27A6D2C-8CE5-46A4-ADEC-6FD7C5F7EDCC}"/>
</file>

<file path=customXml/itemProps2.xml><?xml version="1.0" encoding="utf-8"?>
<ds:datastoreItem xmlns:ds="http://schemas.openxmlformats.org/officeDocument/2006/customXml" ds:itemID="{7557D189-32A8-411C-A1FE-5D98FC6CCF4F}"/>
</file>

<file path=customXml/itemProps3.xml><?xml version="1.0" encoding="utf-8"?>
<ds:datastoreItem xmlns:ds="http://schemas.openxmlformats.org/officeDocument/2006/customXml" ds:itemID="{E8D8D8A5-1EAA-41DC-A1E3-E107219891EB}"/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3256</TotalTime>
  <Application>LibreOffice/7.3.7.2$Linux_X86_64 LibreOffice_project/30$Build-2</Application>
  <AppVersion>15.0000</AppVersion>
  <Words>12</Words>
  <Paragraphs>4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2014-05-13T08:36:54Z</dcterms:created>
  <dc:creator>psoria</dc:creator>
  <dc:description/>
  <dc:language>es-ES</dc:language>
  <cp:lastModifiedBy/>
  <cp:lastPrinted>2018-06-15T07:54:48Z</cp:lastPrinted>
  <dcterms:modified xsi:type="dcterms:W3CDTF">2025-12-11T09:37:35Z</dcterms:modified>
  <cp:revision>646</cp:revision>
  <dc:subject/>
  <dc:title>Diapositiva 1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0x010100D61D317CF2309C4E8DA448EE42D88B65</vt:lpwstr>
  </property>
  <property fmtid="{D5CDD505-2E9C-101B-9397-08002B2CF9AE}" pid="3" name="PresentationFormat">
    <vt:lpwstr>Panorámica</vt:lpwstr>
  </property>
  <property fmtid="{D5CDD505-2E9C-101B-9397-08002B2CF9AE}" pid="4" name="Slides">
    <vt:i4>3</vt:i4>
  </property>
</Properties>
</file>