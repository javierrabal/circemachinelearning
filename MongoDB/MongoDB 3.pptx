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3.jpeg" ContentType="image/jpeg"/>
  <Override PartName="/ppt/media/image40.png" ContentType="image/png"/>
  <Override PartName="/ppt/media/image33.png" ContentType="image/png"/>
  <Override PartName="/ppt/media/image39.png" ContentType="image/png"/>
  <Override PartName="/ppt/media/image9.png" ContentType="image/png"/>
  <Override PartName="/ppt/media/image86.png" ContentType="image/png"/>
  <Override PartName="/ppt/media/image13.png" ContentType="image/png"/>
  <Override PartName="/ppt/media/image1.png" ContentType="image/png"/>
  <Override PartName="/ppt/media/image38.png" ContentType="image/png"/>
  <Override PartName="/ppt/media/image8.png" ContentType="image/png"/>
  <Override PartName="/ppt/media/image85.png" ContentType="image/png"/>
  <Override PartName="/ppt/media/image49.png" ContentType="image/png"/>
  <Override PartName="/ppt/media/image12.png" ContentType="image/png"/>
  <Override PartName="/ppt/media/image37.png" ContentType="image/png"/>
  <Override PartName="/ppt/media/image20.png" ContentType="image/png"/>
  <Override PartName="/ppt/media/image57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24.png" ContentType="image/png"/>
  <Override PartName="/ppt/media/image61.png" ContentType="image/png"/>
  <Override PartName="/ppt/media/image62.png" ContentType="image/png"/>
  <Override PartName="/ppt/media/image26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79.png" ContentType="image/png"/>
  <Override PartName="/ppt/media/image67.png" ContentType="image/png"/>
  <Override PartName="/ppt/media/image30.png" ContentType="image/png"/>
  <Override PartName="/ppt/media/image78.png" ContentType="image/png"/>
  <Override PartName="/ppt/media/image77.png" ContentType="image/png"/>
  <Override PartName="/ppt/media/image76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71.png" ContentType="image/png"/>
  <Override PartName="/ppt/media/image29.png" ContentType="image/png"/>
  <Override PartName="/ppt/media/image69.png" ContentType="image/png"/>
  <Override PartName="/ppt/media/image32.png" ContentType="image/png"/>
  <Override PartName="/ppt/media/image70.png" ContentType="image/png"/>
  <Override PartName="/ppt/media/image28.png" ContentType="image/png"/>
  <Override PartName="/ppt/media/image68.png" ContentType="image/png"/>
  <Override PartName="/ppt/media/image31.png" ContentType="image/png"/>
  <Override PartName="/ppt/media/image80.png" ContentType="image/png"/>
  <Override PartName="/ppt/media/image15.png" ContentType="image/png"/>
  <Override PartName="/ppt/media/image25.png" ContentType="image/png"/>
  <Override PartName="/ppt/media/image2.png" ContentType="image/png"/>
  <Override PartName="/ppt/media/image14.png" ContentType="image/png"/>
  <Override PartName="/ppt/media/image27.png" ContentType="image/png"/>
  <Override PartName="/ppt/media/image81.png" ContentType="image/png"/>
  <Override PartName="/ppt/media/image16.png" ContentType="image/png"/>
  <Override PartName="/ppt/media/image4.png" ContentType="image/png"/>
  <Override PartName="/ppt/media/image34.png" ContentType="image/png"/>
  <Override PartName="/ppt/media/image82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18.png" ContentType="image/png"/>
  <Override PartName="/ppt/media/image83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84.png" ContentType="image/png"/>
  <Override PartName="/ppt/media/image7.png" ContentType="image/png"/>
  <Override PartName="/ppt/presProps.xml" ContentType="application/vnd.openxmlformats-officedocument.presentationml.presPro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2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9.xml" ContentType="application/vnd.openxmlformats-officedocument.presentationml.slide+xml"/>
  <Override PartName="/ppt/slides/slide61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66.xml" ContentType="application/vnd.openxmlformats-officedocument.presentationml.slide+xml"/>
  <Override PartName="/ppt/slides/slide29.xml" ContentType="application/vnd.openxmlformats-officedocument.presentationml.slide+xml"/>
  <Override PartName="/ppt/slides/slide65.xml" ContentType="application/vnd.openxmlformats-officedocument.presentationml.slide+xml"/>
  <Override PartName="/ppt/slides/slide28.xml" ContentType="application/vnd.openxmlformats-officedocument.presentationml.slide+xml"/>
  <Override PartName="/ppt/slides/slide64.xml" ContentType="application/vnd.openxmlformats-officedocument.presentationml.slide+xml"/>
  <Override PartName="/ppt/slides/slide27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6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32.xml.rels" ContentType="application/vnd.openxmlformats-package.relationships+xml"/>
  <Override PartName="/ppt/slides/_rels/slide1.xml.rels" ContentType="application/vnd.openxmlformats-package.relationships+xml"/>
  <Override PartName="/ppt/slides/_rels/slide58.xml.rels" ContentType="application/vnd.openxmlformats-package.relationships+xml"/>
  <Override PartName="/ppt/slides/_rels/slide65.xml.rels" ContentType="application/vnd.openxmlformats-package.relationships+xml"/>
  <Override PartName="/ppt/slides/_rels/slide13.xml.rels" ContentType="application/vnd.openxmlformats-package.relationships+xml"/>
  <Override PartName="/ppt/slides/_rels/slide27.xml.rels" ContentType="application/vnd.openxmlformats-package.relationships+xml"/>
  <Override PartName="/ppt/slides/_rels/slide36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48.xml.rels" ContentType="application/vnd.openxmlformats-package.relationships+xml"/>
  <Override PartName="/ppt/slides/_rels/slide6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55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16.xml.rels" ContentType="application/vnd.openxmlformats-package.relationships+xml"/>
  <Override PartName="/ppt/slides/_rels/slide20.xml.rels" ContentType="application/vnd.openxmlformats-package.relationships+xml"/>
  <Override PartName="/ppt/slides/_rels/slide54.xml.rels" ContentType="application/vnd.openxmlformats-package.relationships+xml"/>
  <Override PartName="/ppt/slides/_rels/slide63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41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49.xml.rels" ContentType="application/vnd.openxmlformats-package.relationships+xml"/>
  <Override PartName="/ppt/slides/_rels/slide53.xml.rels" ContentType="application/vnd.openxmlformats-package.relationships+xml"/>
  <Override PartName="/ppt/slides/_rels/slide62.xml.rels" ContentType="application/vnd.openxmlformats-package.relationships+xml"/>
  <Override PartName="/ppt/slides/_rels/slide46.xml.rels" ContentType="application/vnd.openxmlformats-package.relationships+xml"/>
  <Override PartName="/ppt/slides/_rels/slide52.xml.rels" ContentType="application/vnd.openxmlformats-package.relationships+xml"/>
  <Override PartName="/ppt/slides/_rels/slide57.xml.rels" ContentType="application/vnd.openxmlformats-package.relationships+xml"/>
  <Override PartName="/ppt/slides/_rels/slide61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19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8.xml.rels" ContentType="application/vnd.openxmlformats-package.relationships+xml"/>
  <Override PartName="/ppt/slides/_rels/slide45.xml.rels" ContentType="application/vnd.openxmlformats-package.relationships+xml"/>
  <Override PartName="/ppt/slides/_rels/slide66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25.xml.rels" ContentType="application/vnd.openxmlformats-package.relationships+xml"/>
  <Override PartName="/ppt/slides/_rels/slide5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4200" cy="68472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7320" y="5883840"/>
            <a:ext cx="594720" cy="59688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59720" cy="64476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76.png"/><Relationship Id="rId3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77.png"/><Relationship Id="rId2" Type="http://schemas.openxmlformats.org/officeDocument/2006/relationships/image" Target="../media/image78.png"/><Relationship Id="rId3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slideLayout" Target="../slideLayouts/slideLayout1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slideLayout" Target="../slideLayouts/slideLayout13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82.png"/><Relationship Id="rId2" Type="http://schemas.openxmlformats.org/officeDocument/2006/relationships/slideLayout" Target="../slideLayouts/slideLayout1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slideLayout" Target="../slideLayouts/slideLayout13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84.png"/><Relationship Id="rId2" Type="http://schemas.openxmlformats.org/officeDocument/2006/relationships/slideLayout" Target="../slideLayouts/slideLayout1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slideLayout" Target="../slideLayouts/slideLayout1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8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4200" cy="685008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4280" cy="34488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9440" y="6582960"/>
            <a:ext cx="594720" cy="59688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1120" cy="28008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8800" y="-316440"/>
            <a:ext cx="594720" cy="59688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48440" cy="2399040"/>
            <a:chOff x="504000" y="405720"/>
            <a:chExt cx="5248440" cy="239904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7040" cy="239904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7680" cy="1824120"/>
              <a:chOff x="734760" y="980640"/>
              <a:chExt cx="5017680" cy="182412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3760" cy="527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09680" cy="131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6280" cy="80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2700000" y="1080000"/>
            <a:ext cx="6594840" cy="277524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4500000" y="3855600"/>
            <a:ext cx="3336480" cy="21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4140000" y="1080000"/>
            <a:ext cx="4139640" cy="253836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2"/>
          <a:stretch/>
        </p:blipFill>
        <p:spPr>
          <a:xfrm>
            <a:off x="3727080" y="3960000"/>
            <a:ext cx="5092560" cy="205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3060000" y="1309680"/>
            <a:ext cx="6839640" cy="444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1260000" y="1265400"/>
            <a:ext cx="3779640" cy="449424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5765040" y="1620000"/>
            <a:ext cx="6114600" cy="344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2880000" y="1440000"/>
            <a:ext cx="7199640" cy="436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rcRect l="0" t="0" r="0" b="88772"/>
          <a:stretch/>
        </p:blipFill>
        <p:spPr>
          <a:xfrm>
            <a:off x="2880000" y="1260360"/>
            <a:ext cx="6482880" cy="53928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2160000" y="1980000"/>
            <a:ext cx="8957160" cy="39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2148120" y="1146240"/>
            <a:ext cx="6491520" cy="497340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2"/>
          <a:srcRect l="19605" t="0" r="28067" b="13097"/>
          <a:stretch/>
        </p:blipFill>
        <p:spPr>
          <a:xfrm>
            <a:off x="9540000" y="2520000"/>
            <a:ext cx="1979640" cy="197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486360" y="2391120"/>
            <a:ext cx="5813280" cy="174852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900000" y="1429200"/>
            <a:ext cx="1668240" cy="55044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6120000" y="1440000"/>
            <a:ext cx="5759640" cy="437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880000" y="1121400"/>
            <a:ext cx="7199640" cy="488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2520000" y="1252800"/>
            <a:ext cx="7379640" cy="489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Índices en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0" y="2520000"/>
            <a:ext cx="9484200" cy="226188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2"/>
          <a:srcRect l="19446" t="0" r="18435" b="26168"/>
          <a:stretch/>
        </p:blipFill>
        <p:spPr>
          <a:xfrm>
            <a:off x="9900000" y="2237760"/>
            <a:ext cx="2040840" cy="26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2897640" y="1427040"/>
            <a:ext cx="6642000" cy="426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Clave simple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60000" y="1284840"/>
            <a:ext cx="6659640" cy="478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Clave simple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3045240" y="1156680"/>
            <a:ext cx="6494400" cy="487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Clave simple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2700000" y="1456560"/>
            <a:ext cx="8279640" cy="430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Clave simple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2449440" y="1422360"/>
            <a:ext cx="8312760" cy="397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Clave compuesta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2700000" y="1260000"/>
            <a:ext cx="8115840" cy="41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Clave compuesta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1620000" y="1440000"/>
            <a:ext cx="9749520" cy="41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Clave compuesta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435320" y="1800000"/>
            <a:ext cx="10084320" cy="30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Clave compuesta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2520000" y="1440000"/>
            <a:ext cx="7559640" cy="412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Clave compuesta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3240000" y="1080000"/>
            <a:ext cx="6385680" cy="50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Multi-clave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rcRect l="0" t="0" r="0" b="20814"/>
          <a:stretch/>
        </p:blipFill>
        <p:spPr>
          <a:xfrm>
            <a:off x="2700000" y="1260000"/>
            <a:ext cx="7313040" cy="43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Multi-clave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rcRect l="0" t="79163" r="0" b="0"/>
          <a:stretch/>
        </p:blipFill>
        <p:spPr>
          <a:xfrm>
            <a:off x="1707480" y="1620000"/>
            <a:ext cx="9272160" cy="143964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1123560" y="3718800"/>
            <a:ext cx="10396080" cy="150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Multi-clave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5400000" y="534960"/>
            <a:ext cx="6670440" cy="1444680"/>
          </a:xfrm>
          <a:prstGeom prst="rect">
            <a:avLst/>
          </a:prstGeom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2"/>
          <a:stretch/>
        </p:blipFill>
        <p:spPr>
          <a:xfrm>
            <a:off x="774360" y="2520000"/>
            <a:ext cx="10385280" cy="673560"/>
          </a:xfrm>
          <a:prstGeom prst="rect">
            <a:avLst/>
          </a:prstGeom>
          <a:ln w="0">
            <a:noFill/>
          </a:ln>
        </p:spPr>
      </p:pic>
      <p:pic>
        <p:nvPicPr>
          <p:cNvPr id="148" name="" descr=""/>
          <p:cNvPicPr/>
          <p:nvPr/>
        </p:nvPicPr>
        <p:blipFill>
          <a:blip r:embed="rId3"/>
          <a:stretch/>
        </p:blipFill>
        <p:spPr>
          <a:xfrm>
            <a:off x="2639880" y="3420360"/>
            <a:ext cx="7799760" cy="269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Multi-clave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3123360" y="1260000"/>
            <a:ext cx="6963120" cy="48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Multi-clave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3232440" y="1260000"/>
            <a:ext cx="7589520" cy="48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Multi-clave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2520000" y="1222200"/>
            <a:ext cx="7559640" cy="491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Multi-clave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2700000" y="1311120"/>
            <a:ext cx="7379640" cy="473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Unicidad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3240000" y="1260000"/>
            <a:ext cx="6299640" cy="471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Unicidad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1260000" y="1440000"/>
            <a:ext cx="10172880" cy="41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Unicidad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2880000" y="1074960"/>
            <a:ext cx="6532560" cy="504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Parciales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/>
          <a:stretch/>
        </p:blipFill>
        <p:spPr>
          <a:xfrm>
            <a:off x="3133080" y="1080000"/>
            <a:ext cx="6226560" cy="483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Parciales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1939320" y="1260000"/>
            <a:ext cx="9220320" cy="436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Parciales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1517760" y="1440000"/>
            <a:ext cx="9641880" cy="1619640"/>
          </a:xfrm>
          <a:prstGeom prst="rect">
            <a:avLst/>
          </a:prstGeom>
          <a:ln w="0">
            <a:noFill/>
          </a:ln>
        </p:spPr>
      </p:pic>
      <p:pic>
        <p:nvPicPr>
          <p:cNvPr id="169" name="" descr=""/>
          <p:cNvPicPr/>
          <p:nvPr/>
        </p:nvPicPr>
        <p:blipFill>
          <a:blip r:embed="rId2"/>
          <a:stretch/>
        </p:blipFill>
        <p:spPr>
          <a:xfrm>
            <a:off x="360000" y="3780000"/>
            <a:ext cx="7498080" cy="1259640"/>
          </a:xfrm>
          <a:prstGeom prst="rect">
            <a:avLst/>
          </a:prstGeom>
          <a:ln w="0">
            <a:noFill/>
          </a:ln>
        </p:spPr>
      </p:pic>
      <p:pic>
        <p:nvPicPr>
          <p:cNvPr id="170" name="" descr=""/>
          <p:cNvPicPr/>
          <p:nvPr/>
        </p:nvPicPr>
        <p:blipFill>
          <a:blip r:embed="rId3"/>
          <a:stretch/>
        </p:blipFill>
        <p:spPr>
          <a:xfrm>
            <a:off x="8008560" y="3600000"/>
            <a:ext cx="405108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Índice disperso (sparse)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1"/>
          <a:stretch/>
        </p:blipFill>
        <p:spPr>
          <a:xfrm>
            <a:off x="2924280" y="1260000"/>
            <a:ext cx="6975360" cy="464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Índice disperso (sparse)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1980000" y="3478680"/>
            <a:ext cx="9253440" cy="2100960"/>
          </a:xfrm>
          <a:prstGeom prst="rect">
            <a:avLst/>
          </a:prstGeom>
          <a:ln w="0">
            <a:noFill/>
          </a:ln>
        </p:spPr>
      </p:pic>
      <p:pic>
        <p:nvPicPr>
          <p:cNvPr id="175" name="" descr=""/>
          <p:cNvPicPr/>
          <p:nvPr/>
        </p:nvPicPr>
        <p:blipFill>
          <a:blip r:embed="rId2"/>
          <a:stretch/>
        </p:blipFill>
        <p:spPr>
          <a:xfrm>
            <a:off x="1347120" y="1620000"/>
            <a:ext cx="10352520" cy="14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Índice TTL (Time to Live)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3240000" y="1194840"/>
            <a:ext cx="6299640" cy="481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Índices: Índice TTL (Time to Live)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2880000" y="1091520"/>
            <a:ext cx="6659640" cy="490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Tipos de Índices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2700000" y="1422720"/>
            <a:ext cx="8026560" cy="451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Planificador de 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1"/>
          <a:stretch/>
        </p:blipFill>
        <p:spPr>
          <a:xfrm>
            <a:off x="2173320" y="1260000"/>
            <a:ext cx="9346680" cy="41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Planificador de 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2438640" y="1260000"/>
            <a:ext cx="8181360" cy="47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Planificador de 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494800" y="1132920"/>
            <a:ext cx="7405200" cy="492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Planificador de 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2880000" y="951840"/>
            <a:ext cx="6840000" cy="513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7680" cy="103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000" spc="-1" strike="noStrike">
                <a:latin typeface="Calibri"/>
              </a:rPr>
              <a:t>Índice 2dsphere:</a:t>
            </a:r>
            <a:r>
              <a:rPr b="0" lang="es-ES" sz="2000" spc="-1" strike="noStrike">
                <a:latin typeface="Calibri"/>
              </a:rPr>
              <a:t> es un tipo especializado de índice geoespacial utilizado principalmente en sistemas de bases de datos como MongoDB para realizar consultas eficientes y cálculos precisos sobre la superficie de una esfera, como la Tierra.</a:t>
            </a:r>
            <a:r>
              <a:rPr b="0" lang="en-US" sz="1800" spc="-1" strike="noStrike">
                <a:latin typeface="Arial"/>
              </a:rPr>
              <a:t> </a:t>
            </a:r>
            <a:endParaRPr b="0" lang="en-US" sz="1800" spc="-1" strike="noStrike"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2930040" y="2358720"/>
            <a:ext cx="6789960" cy="376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7680" cy="434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Conceptos clave: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s-ES" sz="2000" spc="-1" strike="noStrike">
                <a:latin typeface="Calibri"/>
              </a:rPr>
              <a:t>Cálculos Esféricos:</a:t>
            </a:r>
            <a:r>
              <a:rPr b="0" lang="es-ES" sz="2000" spc="-1" strike="noStrike">
                <a:latin typeface="Calibri"/>
              </a:rPr>
              <a:t> A diferencia de un índice 2d que trata la Tierra como un plano plano, un </a:t>
            </a:r>
            <a:r>
              <a:rPr b="0" lang="es-ES" sz="2000" spc="-1" strike="noStrike">
                <a:latin typeface="Calibri"/>
              </a:rPr>
              <a:t>índice 2dsphere realiza cálculos teniendo en cuenta la curvatura esférica del planeta. Esto </a:t>
            </a:r>
            <a:r>
              <a:rPr b="0" lang="es-ES" sz="2000" spc="-1" strike="noStrike">
                <a:latin typeface="Calibri"/>
              </a:rPr>
              <a:t>es crucial para aplicaciones del mundo real donde la precisión sobre distancias largas es </a:t>
            </a:r>
            <a:r>
              <a:rPr b="0" lang="es-ES" sz="2000" spc="-1" strike="noStrike">
                <a:latin typeface="Calibri"/>
              </a:rPr>
              <a:t>importante.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s-ES" sz="2000" spc="-1" strike="noStrike">
                <a:latin typeface="Calibri"/>
              </a:rPr>
              <a:t>Consultas Geoespaciales:</a:t>
            </a:r>
            <a:r>
              <a:rPr b="0" lang="es-ES" sz="2000" spc="-1" strike="noStrike">
                <a:latin typeface="Calibri"/>
              </a:rPr>
              <a:t> Admite una variedad de operaciones de consulta complejas, </a:t>
            </a:r>
            <a:r>
              <a:rPr b="0" lang="es-ES" sz="2000" spc="-1" strike="noStrike">
                <a:latin typeface="Calibri"/>
              </a:rPr>
              <a:t>incluyendo la búsqueda de puntos dentro de un área ($geoWithin), intersecciones de </a:t>
            </a:r>
            <a:r>
              <a:rPr b="0" lang="es-ES" sz="2000" spc="-1" strike="noStrike">
                <a:latin typeface="Calibri"/>
              </a:rPr>
              <a:t>geometrías y cálculos de proximidad ($near).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s-ES" sz="2000" spc="-1" strike="noStrike">
                <a:latin typeface="Calibri"/>
              </a:rPr>
              <a:t>Formatos de Datos:</a:t>
            </a:r>
            <a:r>
              <a:rPr b="0" lang="es-ES" sz="2000" spc="-1" strike="noStrike">
                <a:latin typeface="Calibri"/>
              </a:rPr>
              <a:t> Funciona óptimamente con datos almacenados en formato GeoJSON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s-ES" sz="2000" spc="-1" strike="noStrike">
                <a:latin typeface="Calibri"/>
              </a:rPr>
              <a:t>Precisión y Rendimiento:</a:t>
            </a:r>
            <a:r>
              <a:rPr b="0" lang="es-ES" sz="2000" spc="-1" strike="noStrike">
                <a:latin typeface="Calibri"/>
              </a:rPr>
              <a:t> Internamente, utiliza algoritmos avanzados para una </a:t>
            </a:r>
            <a:r>
              <a:rPr b="0" lang="es-ES" sz="2000" spc="-1" strike="noStrike">
                <a:latin typeface="Calibri"/>
              </a:rPr>
              <a:t>recuperación rápida. </a:t>
            </a:r>
            <a:endParaRPr b="0" lang="en-US" sz="2000" spc="-1" strike="noStrike"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7680" cy="247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GeoJSON</a:t>
            </a:r>
            <a:r>
              <a:rPr b="1" lang="es-ES" sz="2400" spc="-1" strike="noStrike">
                <a:latin typeface="Calibri"/>
              </a:rPr>
              <a:t>:</a:t>
            </a:r>
            <a:r>
              <a:rPr b="0" lang="es-ES" sz="2000" spc="-1" strike="noStrike">
                <a:latin typeface="Calibri"/>
              </a:rPr>
              <a:t> es un formato de intercambio de datos geoespaciales estándar y abierto que utiliza la notación de objetos de JavaScript (JSON) para codificar estructuras de datos geográficos simples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s-ES" sz="2000" spc="-1" strike="noStrike">
                <a:latin typeface="Calibri"/>
              </a:rPr>
              <a:t>Estándar abierto:</a:t>
            </a:r>
            <a:r>
              <a:rPr b="0" lang="es-ES" sz="2000" spc="-1" strike="noStrike">
                <a:latin typeface="Calibri"/>
              </a:rPr>
              <a:t> La especificación de GeoJSON está definida por la IETF en la RFC 7946.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s-ES" sz="2000" spc="-1" strike="noStrike">
                <a:latin typeface="Calibri"/>
              </a:rPr>
              <a:t>Sistema de Coordenadas WGS84:</a:t>
            </a:r>
            <a:r>
              <a:rPr b="0" lang="es-ES" sz="2000" spc="-1" strike="noStrike">
                <a:latin typeface="Calibri"/>
              </a:rPr>
              <a:t> Utiliza el sistema de referencia de coordenadas del Sistema Geodésico Mundial 1984 (WGS84), con coordenadas especificadas como longitud y latitud en grados decimales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endParaRPr b="0" lang="en-US" sz="2000" spc="-1" strike="noStrike"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1"/>
          <a:stretch/>
        </p:blipFill>
        <p:spPr>
          <a:xfrm>
            <a:off x="5220000" y="3420000"/>
            <a:ext cx="2543400" cy="256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9" name="" descr=""/>
          <p:cNvPicPr/>
          <p:nvPr/>
        </p:nvPicPr>
        <p:blipFill>
          <a:blip r:embed="rId1"/>
          <a:stretch/>
        </p:blipFill>
        <p:spPr>
          <a:xfrm>
            <a:off x="900000" y="920520"/>
            <a:ext cx="10620000" cy="522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2754000" y="1184400"/>
            <a:ext cx="8046000" cy="487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2761560" y="1190880"/>
            <a:ext cx="7498440" cy="494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3018600" y="995760"/>
            <a:ext cx="6521400" cy="505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2436840" y="1080000"/>
            <a:ext cx="7823160" cy="503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3130200" y="1260000"/>
            <a:ext cx="6049800" cy="478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1318680" y="1854720"/>
            <a:ext cx="9702720" cy="318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rcRect l="6230" t="35996" r="6680" b="53327"/>
          <a:stretch/>
        </p:blipFill>
        <p:spPr>
          <a:xfrm>
            <a:off x="2340000" y="1440360"/>
            <a:ext cx="7680960" cy="719640"/>
          </a:xfrm>
          <a:prstGeom prst="rect">
            <a:avLst/>
          </a:prstGeom>
          <a:ln w="0">
            <a:noFill/>
          </a:ln>
        </p:spPr>
      </p:pic>
      <p:pic>
        <p:nvPicPr>
          <p:cNvPr id="214" name="" descr=""/>
          <p:cNvPicPr/>
          <p:nvPr/>
        </p:nvPicPr>
        <p:blipFill>
          <a:blip r:embed="rId2"/>
          <a:stretch/>
        </p:blipFill>
        <p:spPr>
          <a:xfrm>
            <a:off x="1620000" y="2700000"/>
            <a:ext cx="9540000" cy="240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1"/>
          <a:srcRect l="3506" t="46658" r="6680" b="39113"/>
          <a:stretch/>
        </p:blipFill>
        <p:spPr>
          <a:xfrm>
            <a:off x="2160000" y="1440000"/>
            <a:ext cx="8460000" cy="1024920"/>
          </a:xfrm>
          <a:prstGeom prst="rect">
            <a:avLst/>
          </a:prstGeom>
          <a:ln w="0">
            <a:noFill/>
          </a:ln>
        </p:spPr>
      </p:pic>
      <p:pic>
        <p:nvPicPr>
          <p:cNvPr id="217" name="" descr=""/>
          <p:cNvPicPr/>
          <p:nvPr/>
        </p:nvPicPr>
        <p:blipFill>
          <a:blip r:embed="rId2"/>
          <a:stretch/>
        </p:blipFill>
        <p:spPr>
          <a:xfrm>
            <a:off x="1918080" y="2880000"/>
            <a:ext cx="9241920" cy="23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1"/>
          <a:srcRect l="6230" t="60872" r="6680" b="3559"/>
          <a:stretch/>
        </p:blipFill>
        <p:spPr>
          <a:xfrm>
            <a:off x="3420000" y="1260000"/>
            <a:ext cx="5759640" cy="1799640"/>
          </a:xfrm>
          <a:prstGeom prst="rect">
            <a:avLst/>
          </a:prstGeom>
          <a:ln w="0">
            <a:noFill/>
          </a:ln>
        </p:spPr>
      </p:pic>
      <p:pic>
        <p:nvPicPr>
          <p:cNvPr id="220" name="" descr=""/>
          <p:cNvPicPr/>
          <p:nvPr/>
        </p:nvPicPr>
        <p:blipFill>
          <a:blip r:embed="rId2"/>
          <a:stretch/>
        </p:blipFill>
        <p:spPr>
          <a:xfrm>
            <a:off x="1462680" y="3240000"/>
            <a:ext cx="9337320" cy="23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2952000" y="686160"/>
            <a:ext cx="6380280" cy="546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1"/>
          <a:stretch/>
        </p:blipFill>
        <p:spPr>
          <a:xfrm>
            <a:off x="2875680" y="700560"/>
            <a:ext cx="6532920" cy="543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2875680" y="700560"/>
            <a:ext cx="6532920" cy="543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2818800" y="690840"/>
            <a:ext cx="6647040" cy="545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30" name="" descr=""/>
          <p:cNvPicPr/>
          <p:nvPr/>
        </p:nvPicPr>
        <p:blipFill>
          <a:blip r:embed="rId1"/>
          <a:stretch/>
        </p:blipFill>
        <p:spPr>
          <a:xfrm>
            <a:off x="2856960" y="686160"/>
            <a:ext cx="6570720" cy="546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32" name="" descr=""/>
          <p:cNvPicPr/>
          <p:nvPr/>
        </p:nvPicPr>
        <p:blipFill>
          <a:blip r:embed="rId1"/>
          <a:stretch/>
        </p:blipFill>
        <p:spPr>
          <a:xfrm>
            <a:off x="2942640" y="790920"/>
            <a:ext cx="6399360" cy="525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72000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Geo-consultas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1"/>
          <a:stretch/>
        </p:blipFill>
        <p:spPr>
          <a:xfrm>
            <a:off x="2775960" y="681480"/>
            <a:ext cx="6732720" cy="547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7680" cy="5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7680" cy="434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38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29960" cy="181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3313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2025-12-10T19:32:46Z</dcterms:modified>
  <cp:revision>666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