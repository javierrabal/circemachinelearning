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3.jpeg" ContentType="image/jpeg"/>
  <Override PartName="/ppt/media/image40.png" ContentType="image/png"/>
  <Override PartName="/ppt/media/image33.png" ContentType="image/png"/>
  <Override PartName="/ppt/media/image39.png" ContentType="image/png"/>
  <Override PartName="/ppt/media/image9.png" ContentType="image/png"/>
  <Override PartName="/ppt/media/image86.png" ContentType="image/png"/>
  <Override PartName="/ppt/media/image13.png" ContentType="image/png"/>
  <Override PartName="/ppt/media/image1.png" ContentType="image/png"/>
  <Override PartName="/ppt/media/image38.png" ContentType="image/png"/>
  <Override PartName="/ppt/media/image8.png" ContentType="image/png"/>
  <Override PartName="/ppt/media/image85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7.png" ContentType="image/png"/>
  <Override PartName="/ppt/media/image19.png" ContentType="image/png"/>
  <Override PartName="/ppt/media/image84.png" ContentType="image/png"/>
  <Override PartName="/ppt/media/image48.png" ContentType="image/png"/>
  <Override PartName="/ppt/media/image11.png" ContentType="image/png"/>
  <Override PartName="/ppt/media/image36.png" ContentType="image/png"/>
  <Override PartName="/ppt/media/image6.png" ContentType="image/png"/>
  <Override PartName="/ppt/media/image18.png" ContentType="image/png"/>
  <Override PartName="/ppt/media/image83.png" ContentType="image/png"/>
  <Override PartName="/ppt/media/image22.png" ContentType="image/png"/>
  <Override PartName="/ppt/media/image59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30.png" ContentType="image/png"/>
  <Override PartName="/ppt/media/image68.png" ContentType="image/png"/>
  <Override PartName="/ppt/media/image31.png" ContentType="image/png"/>
  <Override PartName="/ppt/media/image70.png" ContentType="image/png"/>
  <Override PartName="/ppt/media/image69.png" ContentType="image/png"/>
  <Override PartName="/ppt/media/image32.png" ContentType="image/png"/>
  <Override PartName="/ppt/media/image71.png" ContentType="image/png"/>
  <Override PartName="/ppt/media/image61.png" ContentType="image/png"/>
  <Override PartName="/ppt/media/image96.png" ContentType="image/png"/>
  <Override PartName="/ppt/media/image72.png" ContentType="image/png"/>
  <Override PartName="/ppt/media/image23.png" ContentType="image/png"/>
  <Override PartName="/ppt/media/image60.png" ContentType="image/png"/>
  <Override PartName="/ppt/media/image95.png" ContentType="image/png"/>
  <Override PartName="/ppt/media/image26.png" ContentType="image/png"/>
  <Override PartName="/ppt/media/image91.png" ContentType="image/png"/>
  <Override PartName="/ppt/media/image89.png" ContentType="image/png"/>
  <Override PartName="/ppt/media/image77.png" ContentType="image/png"/>
  <Override PartName="/ppt/media/image88.png" ContentType="image/png"/>
  <Override PartName="/ppt/media/image76.png" ContentType="image/png"/>
  <Override PartName="/ppt/media/image87.png" ContentType="image/png"/>
  <Override PartName="/ppt/media/image75.png" ContentType="image/png"/>
  <Override PartName="/ppt/media/image79.png" ContentType="image/png"/>
  <Override PartName="/ppt/media/image78.png" ContentType="image/png"/>
  <Override PartName="/ppt/media/image74.png" ContentType="image/png"/>
  <Override PartName="/ppt/media/image73.png" ContentType="image/png"/>
  <Override PartName="/ppt/media/image21.png" ContentType="image/png"/>
  <Override PartName="/ppt/media/image58.png" ContentType="image/png"/>
  <Override PartName="/ppt/media/image20.png" ContentType="image/png"/>
  <Override PartName="/ppt/media/image57.png" ContentType="image/png"/>
  <Override PartName="/ppt/media/image24.png" ContentType="image/png"/>
  <Override PartName="/ppt/media/image80.png" ContentType="image/png"/>
  <Override PartName="/ppt/media/image15.png" ContentType="image/png"/>
  <Override PartName="/ppt/media/image29.png" ContentType="image/png"/>
  <Override PartName="/ppt/media/image94.png" ContentType="image/png"/>
  <Override PartName="/ppt/media/image90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8.png" ContentType="image/png"/>
  <Override PartName="/ppt/media/image93.png" ContentType="image/png"/>
  <Override PartName="/ppt/media/image92.png" ContentType="image/png"/>
  <Override PartName="/ppt/media/image27.png" ContentType="image/png"/>
  <Override PartName="/ppt/media/image16.png" ContentType="image/png"/>
  <Override PartName="/ppt/media/image81.png" ContentType="image/png"/>
  <Override PartName="/ppt/media/image4.png" ContentType="image/png"/>
  <Override PartName="/ppt/media/image34.png" ContentType="image/png"/>
  <Override PartName="/ppt/media/image17.png" ContentType="image/png"/>
  <Override PartName="/ppt/media/image82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6 Rectángulo"/>
          <p:cNvSpPr/>
          <p:nvPr/>
        </p:nvSpPr>
        <p:spPr>
          <a:xfrm>
            <a:off x="0" y="6179400"/>
            <a:ext cx="12186720" cy="68724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9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1684800" y="5883840"/>
            <a:ext cx="597240" cy="599400"/>
          </a:xfrm>
          <a:prstGeom prst="rect">
            <a:avLst/>
          </a:prstGeom>
          <a:ln w="0">
            <a:noFill/>
          </a:ln>
        </p:spPr>
      </p:pic>
      <p:pic>
        <p:nvPicPr>
          <p:cNvPr id="40" name="8 Imagen" descr="CESTE blanco estrella roja sin coletilla.png"/>
          <p:cNvPicPr/>
          <p:nvPr/>
        </p:nvPicPr>
        <p:blipFill>
          <a:blip r:embed="rId3"/>
          <a:stretch/>
        </p:blipFill>
        <p:spPr>
          <a:xfrm>
            <a:off x="9936360" y="6184800"/>
            <a:ext cx="1362240" cy="647280"/>
          </a:xfrm>
          <a:prstGeom prst="rect">
            <a:avLst/>
          </a:prstGeom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Pulse para editar el formato del texto de título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Pulse para editar el formato de texto del esquema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Segundo nivel del esquema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Tercer nivel del esquema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Cuarto nivel del esquema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Quinto nivel del esquema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Sexto nivel del esquema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Séptimo nivel del esquema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image" Target="../media/image48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image" Target="../media/image52.png"/><Relationship Id="rId3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56.png"/><Relationship Id="rId2" Type="http://schemas.openxmlformats.org/officeDocument/2006/relationships/image" Target="../media/image57.png"/><Relationship Id="rId3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76.png"/><Relationship Id="rId2" Type="http://schemas.openxmlformats.org/officeDocument/2006/relationships/image" Target="../media/image77.png"/><Relationship Id="rId3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image" Target="../media/image79.png"/><Relationship Id="rId3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image" Target="../media/image81.png"/><Relationship Id="rId3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image" Target="../media/image83.png"/><Relationship Id="rId3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image" Target="../media/image85.png"/><Relationship Id="rId3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image" Target="../media/image87.png"/><Relationship Id="rId3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90.png"/><Relationship Id="rId2" Type="http://schemas.openxmlformats.org/officeDocument/2006/relationships/image" Target="../media/image91.png"/><Relationship Id="rId3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92.png"/><Relationship Id="rId2" Type="http://schemas.openxmlformats.org/officeDocument/2006/relationships/image" Target="../media/image93.png"/><Relationship Id="rId3" Type="http://schemas.openxmlformats.org/officeDocument/2006/relationships/image" Target="../media/image94.png"/><Relationship Id="rId4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Imagen 3" descr="Una mujer en frente de laptop&#10;&#10;Descripción generada automáticamente"/>
          <p:cNvPicPr/>
          <p:nvPr/>
        </p:nvPicPr>
        <p:blipFill>
          <a:blip r:embed="rId1"/>
          <a:srcRect l="1742" t="12716" r="9979" b="12799"/>
          <a:stretch/>
        </p:blipFill>
        <p:spPr>
          <a:xfrm>
            <a:off x="0" y="0"/>
            <a:ext cx="12186720" cy="6852600"/>
          </a:xfrm>
          <a:prstGeom prst="rect">
            <a:avLst/>
          </a:prstGeom>
          <a:ln w="0">
            <a:noFill/>
          </a:ln>
        </p:spPr>
      </p:pic>
      <p:sp>
        <p:nvSpPr>
          <p:cNvPr id="80" name="7 Rectángulo"/>
          <p:cNvSpPr/>
          <p:nvPr/>
        </p:nvSpPr>
        <p:spPr>
          <a:xfrm>
            <a:off x="852840" y="6682680"/>
            <a:ext cx="11386800" cy="3474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1" name="Picture 4" descr="http://www.ceste.es/wp-content/uploads/2016/06/CESTE-Diamante.png"/>
          <p:cNvPicPr/>
          <p:nvPr/>
        </p:nvPicPr>
        <p:blipFill>
          <a:blip r:embed="rId2"/>
          <a:stretch/>
        </p:blipFill>
        <p:spPr>
          <a:xfrm flipH="1">
            <a:off x="556920" y="6582960"/>
            <a:ext cx="597240" cy="599400"/>
          </a:xfrm>
          <a:prstGeom prst="rect">
            <a:avLst/>
          </a:prstGeom>
          <a:ln w="0">
            <a:noFill/>
          </a:ln>
        </p:spPr>
      </p:pic>
      <p:sp>
        <p:nvSpPr>
          <p:cNvPr id="82" name="7 Rectángulo"/>
          <p:cNvSpPr/>
          <p:nvPr/>
        </p:nvSpPr>
        <p:spPr>
          <a:xfrm>
            <a:off x="-96840" y="-99360"/>
            <a:ext cx="11483640" cy="282600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3" name="Picture 4" descr="http://www.ceste.es/wp-content/uploads/2016/06/CESTE-Diamante.png"/>
          <p:cNvPicPr/>
          <p:nvPr/>
        </p:nvPicPr>
        <p:blipFill>
          <a:blip r:embed="rId3"/>
          <a:stretch/>
        </p:blipFill>
        <p:spPr>
          <a:xfrm flipH="1">
            <a:off x="11096280" y="-316440"/>
            <a:ext cx="597240" cy="599400"/>
          </a:xfrm>
          <a:prstGeom prst="rect">
            <a:avLst/>
          </a:prstGeom>
          <a:ln w="0">
            <a:noFill/>
          </a:ln>
        </p:spPr>
      </p:pic>
      <p:grpSp>
        <p:nvGrpSpPr>
          <p:cNvPr id="84" name="Grupo 14"/>
          <p:cNvGrpSpPr/>
          <p:nvPr/>
        </p:nvGrpSpPr>
        <p:grpSpPr>
          <a:xfrm>
            <a:off x="504000" y="405720"/>
            <a:ext cx="5250960" cy="2401560"/>
            <a:chOff x="504000" y="405720"/>
            <a:chExt cx="5250960" cy="2401560"/>
          </a:xfrm>
        </p:grpSpPr>
        <p:sp>
          <p:nvSpPr>
            <p:cNvPr id="85" name="12 Rectángulo"/>
            <p:cNvSpPr/>
            <p:nvPr/>
          </p:nvSpPr>
          <p:spPr>
            <a:xfrm>
              <a:off x="504000" y="405720"/>
              <a:ext cx="4849560" cy="2401560"/>
            </a:xfrm>
            <a:prstGeom prst="rect">
              <a:avLst/>
            </a:prstGeom>
            <a:solidFill>
              <a:srgbClr val="003594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grpSp>
          <p:nvGrpSpPr>
            <p:cNvPr id="86" name="Grupo 5"/>
            <p:cNvGrpSpPr/>
            <p:nvPr/>
          </p:nvGrpSpPr>
          <p:grpSpPr>
            <a:xfrm>
              <a:off x="734760" y="980640"/>
              <a:ext cx="5020200" cy="1826640"/>
              <a:chOff x="734760" y="980640"/>
              <a:chExt cx="5020200" cy="1826640"/>
            </a:xfrm>
          </p:grpSpPr>
          <p:sp>
            <p:nvSpPr>
              <p:cNvPr id="87" name="2 Subtítulo"/>
              <p:cNvSpPr/>
              <p:nvPr/>
            </p:nvSpPr>
            <p:spPr>
              <a:xfrm>
                <a:off x="778680" y="2277000"/>
                <a:ext cx="4976280" cy="5302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t">
                <a:normAutofit/>
              </a:bodyPr>
              <a:p>
                <a:pPr>
                  <a:lnSpc>
                    <a:spcPct val="100000"/>
                  </a:lnSpc>
                  <a:buNone/>
                  <a:tabLst>
                    <a:tab algn="l" pos="0"/>
                  </a:tabLst>
                </a:pPr>
                <a:r>
                  <a:rPr b="1" lang="es-ES" sz="18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Mongo DB</a:t>
                </a:r>
                <a:endParaRPr b="0" lang="en-US" sz="1800" spc="-1" strike="noStrike">
                  <a:latin typeface="Arial"/>
                </a:endParaRPr>
              </a:p>
            </p:txBody>
          </p:sp>
          <p:sp>
            <p:nvSpPr>
              <p:cNvPr id="88" name="1 Título"/>
              <p:cNvSpPr/>
              <p:nvPr/>
            </p:nvSpPr>
            <p:spPr>
              <a:xfrm>
                <a:off x="734760" y="980640"/>
                <a:ext cx="4012200" cy="131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endParaRPr b="0" lang="en-US" sz="1800" spc="-1" strike="noStrike">
                  <a:latin typeface="Arial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b="1" lang="es-ES" sz="3500" spc="-1" strike="noStrike">
                    <a:solidFill>
                      <a:srgbClr val="ffffff"/>
                    </a:solidFill>
                    <a:latin typeface="Calibri"/>
                    <a:ea typeface="DejaVu Sans"/>
                  </a:rPr>
                  <a:t>Formación IA</a:t>
                </a:r>
                <a:endParaRPr b="0" lang="en-US" sz="3500" spc="-1" strike="noStrike">
                  <a:latin typeface="Arial"/>
                </a:endParaRPr>
              </a:p>
            </p:txBody>
          </p:sp>
        </p:grpSp>
      </p:grpSp>
      <p:pic>
        <p:nvPicPr>
          <p:cNvPr id="89" name="Imagen 9" descr="Logotipo&#10;&#10;El contenido generado por IA puede ser incorrecto."/>
          <p:cNvPicPr/>
          <p:nvPr/>
        </p:nvPicPr>
        <p:blipFill>
          <a:blip r:embed="rId4"/>
          <a:stretch/>
        </p:blipFill>
        <p:spPr>
          <a:xfrm>
            <a:off x="3575880" y="532440"/>
            <a:ext cx="1648800" cy="80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Crear contenedor de docker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3101760" y="1140120"/>
            <a:ext cx="6314040" cy="479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Crear contenedor de docker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2160000" y="1260000"/>
            <a:ext cx="8468280" cy="2329920"/>
          </a:xfrm>
          <a:prstGeom prst="rect">
            <a:avLst/>
          </a:prstGeom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2"/>
          <a:stretch/>
        </p:blipFill>
        <p:spPr>
          <a:xfrm>
            <a:off x="2160000" y="3780000"/>
            <a:ext cx="8150040" cy="197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Crear contenedor de docker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1550520" y="1440000"/>
            <a:ext cx="9608400" cy="323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Crear contenedor de docker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620000" y="2340000"/>
            <a:ext cx="9426960" cy="233964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/>
          <p:nvPr/>
        </p:nvSpPr>
        <p:spPr>
          <a:xfrm>
            <a:off x="1440000" y="1620000"/>
            <a:ext cx="557964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s-ES" sz="2400" spc="-1" strike="noStrike">
                <a:latin typeface="Calibri"/>
              </a:rPr>
              <a:t>Descomprimir y restaurar la base de datos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Consola de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2305440" y="1086480"/>
            <a:ext cx="8313480" cy="3960720"/>
          </a:xfrm>
          <a:prstGeom prst="rect">
            <a:avLst/>
          </a:prstGeom>
          <a:ln w="0">
            <a:noFill/>
          </a:ln>
        </p:spPr>
      </p:pic>
      <p:sp>
        <p:nvSpPr>
          <p:cNvPr id="102" name=""/>
          <p:cNvSpPr/>
          <p:nvPr/>
        </p:nvSpPr>
        <p:spPr>
          <a:xfrm>
            <a:off x="8640000" y="4860000"/>
            <a:ext cx="2158920" cy="898920"/>
          </a:xfrm>
          <a:prstGeom prst="wedgeRoundRectCallout">
            <a:avLst>
              <a:gd name="adj1" fmla="val -74694"/>
              <a:gd name="adj2" fmla="val -84342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" descr=""/>
          <p:cNvPicPr/>
          <p:nvPr/>
        </p:nvPicPr>
        <p:blipFill>
          <a:blip r:embed="rId2"/>
          <a:stretch/>
        </p:blipFill>
        <p:spPr>
          <a:xfrm>
            <a:off x="9000000" y="5048280"/>
            <a:ext cx="1625040" cy="53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s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l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a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e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M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n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g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D</a:t>
            </a: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469160" y="1800000"/>
            <a:ext cx="9869760" cy="281268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9360000" y="4860000"/>
            <a:ext cx="2158920" cy="898920"/>
          </a:xfrm>
          <a:prstGeom prst="wedgeRoundRectCallout">
            <a:avLst>
              <a:gd name="adj1" fmla="val -74694"/>
              <a:gd name="adj2" fmla="val -84342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9713880" y="5048640"/>
            <a:ext cx="1625040" cy="53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Consola de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720000" y="1620000"/>
            <a:ext cx="10978920" cy="22586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2"/>
          <a:stretch/>
        </p:blipFill>
        <p:spPr>
          <a:xfrm>
            <a:off x="4459680" y="4140000"/>
            <a:ext cx="3279600" cy="16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Consola de MongoDb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440000" y="1260000"/>
            <a:ext cx="9706680" cy="19789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1494000" y="3600000"/>
            <a:ext cx="9484920" cy="190656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8249760" y="1980000"/>
            <a:ext cx="2549880" cy="125892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4"/>
          <a:stretch/>
        </p:blipFill>
        <p:spPr>
          <a:xfrm>
            <a:off x="7513920" y="4320000"/>
            <a:ext cx="3285720" cy="161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creación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1"/>
          <a:stretch/>
        </p:blipFill>
        <p:spPr>
          <a:xfrm>
            <a:off x="839520" y="1564200"/>
            <a:ext cx="8160120" cy="4015440"/>
          </a:xfrm>
          <a:prstGeom prst="rect">
            <a:avLst/>
          </a:prstGeom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9862200" y="1800000"/>
            <a:ext cx="2197440" cy="463680"/>
          </a:xfrm>
          <a:prstGeom prst="rect">
            <a:avLst/>
          </a:prstGeom>
          <a:ln w="0">
            <a:noFill/>
          </a:ln>
        </p:spPr>
      </p:pic>
      <p:pic>
        <p:nvPicPr>
          <p:cNvPr id="119" name="" descr=""/>
          <p:cNvPicPr/>
          <p:nvPr/>
        </p:nvPicPr>
        <p:blipFill>
          <a:blip r:embed="rId3"/>
          <a:srcRect l="0" t="0" r="0" b="45688"/>
          <a:stretch/>
        </p:blipFill>
        <p:spPr>
          <a:xfrm>
            <a:off x="4746240" y="3600000"/>
            <a:ext cx="7313400" cy="89892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4"/>
          <a:stretch/>
        </p:blipFill>
        <p:spPr>
          <a:xfrm>
            <a:off x="10260000" y="4860000"/>
            <a:ext cx="1799640" cy="1018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creación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1260000" y="1517760"/>
            <a:ext cx="5603760" cy="172188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1652040" y="3420000"/>
            <a:ext cx="4827600" cy="2427840"/>
          </a:xfrm>
          <a:prstGeom prst="rect">
            <a:avLst/>
          </a:prstGeom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8100000" y="464040"/>
            <a:ext cx="3959640" cy="564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creación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540000" y="903600"/>
            <a:ext cx="5219640" cy="182988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2"/>
          <a:stretch/>
        </p:blipFill>
        <p:spPr>
          <a:xfrm>
            <a:off x="552240" y="2733840"/>
            <a:ext cx="5207400" cy="182988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3"/>
          <a:stretch/>
        </p:blipFill>
        <p:spPr>
          <a:xfrm>
            <a:off x="450000" y="4680000"/>
            <a:ext cx="6389640" cy="504000"/>
          </a:xfrm>
          <a:prstGeom prst="rect">
            <a:avLst/>
          </a:prstGeom>
          <a:ln w="0">
            <a:noFill/>
          </a:ln>
        </p:spPr>
      </p:pic>
      <p:pic>
        <p:nvPicPr>
          <p:cNvPr id="129" name="" descr=""/>
          <p:cNvPicPr/>
          <p:nvPr/>
        </p:nvPicPr>
        <p:blipFill>
          <a:blip r:embed="rId4"/>
          <a:stretch/>
        </p:blipFill>
        <p:spPr>
          <a:xfrm>
            <a:off x="450000" y="5169240"/>
            <a:ext cx="6265800" cy="77040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5"/>
          <a:stretch/>
        </p:blipFill>
        <p:spPr>
          <a:xfrm>
            <a:off x="5892120" y="1896480"/>
            <a:ext cx="6299640" cy="2243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6840000" y="903600"/>
            <a:ext cx="4674960" cy="508176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574560" y="2520000"/>
            <a:ext cx="4645080" cy="71964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rcRect l="0" t="0" r="3376" b="0"/>
          <a:stretch/>
        </p:blipFill>
        <p:spPr>
          <a:xfrm>
            <a:off x="180000" y="1436760"/>
            <a:ext cx="6479640" cy="813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rcRect l="0" t="0" r="5834" b="0"/>
          <a:stretch/>
        </p:blipFill>
        <p:spPr>
          <a:xfrm>
            <a:off x="129240" y="1440000"/>
            <a:ext cx="6530400" cy="93024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2"/>
          <a:stretch/>
        </p:blipFill>
        <p:spPr>
          <a:xfrm>
            <a:off x="988200" y="2880000"/>
            <a:ext cx="3871440" cy="489240"/>
          </a:xfrm>
          <a:prstGeom prst="rect">
            <a:avLst/>
          </a:prstGeom>
          <a:ln w="0">
            <a:noFill/>
          </a:ln>
        </p:spPr>
      </p:pic>
      <p:pic>
        <p:nvPicPr>
          <p:cNvPr id="138" name="" descr=""/>
          <p:cNvPicPr/>
          <p:nvPr/>
        </p:nvPicPr>
        <p:blipFill>
          <a:blip r:embed="rId3"/>
          <a:stretch/>
        </p:blipFill>
        <p:spPr>
          <a:xfrm>
            <a:off x="6840000" y="215640"/>
            <a:ext cx="4903920" cy="5904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710720" y="3240000"/>
            <a:ext cx="9268920" cy="179964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6480000" y="1800000"/>
            <a:ext cx="4863960" cy="71964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943920" y="1827360"/>
            <a:ext cx="4995720" cy="69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360000" y="2520000"/>
            <a:ext cx="5939640" cy="77076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2"/>
          <a:stretch/>
        </p:blipFill>
        <p:spPr>
          <a:xfrm>
            <a:off x="6765480" y="360000"/>
            <a:ext cx="5294160" cy="552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1"/>
          <a:stretch/>
        </p:blipFill>
        <p:spPr>
          <a:xfrm>
            <a:off x="6374880" y="365040"/>
            <a:ext cx="5684760" cy="5522760"/>
          </a:xfrm>
          <a:prstGeom prst="rect">
            <a:avLst/>
          </a:prstGeom>
          <a:ln w="0">
            <a:noFill/>
          </a:ln>
        </p:spPr>
      </p:pic>
      <p:pic>
        <p:nvPicPr>
          <p:cNvPr id="148" name="" descr=""/>
          <p:cNvPicPr/>
          <p:nvPr/>
        </p:nvPicPr>
        <p:blipFill>
          <a:blip r:embed="rId2"/>
          <a:stretch/>
        </p:blipFill>
        <p:spPr>
          <a:xfrm>
            <a:off x="180000" y="2636640"/>
            <a:ext cx="5939640" cy="60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7032960" y="360000"/>
            <a:ext cx="4846680" cy="551340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2"/>
          <a:stretch/>
        </p:blipFill>
        <p:spPr>
          <a:xfrm>
            <a:off x="360000" y="2277720"/>
            <a:ext cx="6261120" cy="132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08600" y="577800"/>
            <a:ext cx="5351040" cy="518184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180000" y="2915640"/>
            <a:ext cx="6119640" cy="519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7184520" y="360000"/>
            <a:ext cx="4875120" cy="5722920"/>
          </a:xfrm>
          <a:prstGeom prst="rect">
            <a:avLst/>
          </a:prstGeom>
          <a:ln w="0">
            <a:noFill/>
          </a:ln>
        </p:spPr>
      </p:pic>
      <p:pic>
        <p:nvPicPr>
          <p:cNvPr id="157" name="" descr=""/>
          <p:cNvPicPr/>
          <p:nvPr/>
        </p:nvPicPr>
        <p:blipFill>
          <a:blip r:embed="rId2"/>
          <a:stretch/>
        </p:blipFill>
        <p:spPr>
          <a:xfrm>
            <a:off x="400680" y="2160000"/>
            <a:ext cx="5907600" cy="17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7020000" y="720000"/>
            <a:ext cx="5008680" cy="520848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2"/>
          <a:stretch/>
        </p:blipFill>
        <p:spPr>
          <a:xfrm>
            <a:off x="180000" y="1260000"/>
            <a:ext cx="6481800" cy="1979640"/>
          </a:xfrm>
          <a:prstGeom prst="rect">
            <a:avLst/>
          </a:prstGeom>
          <a:ln w="0">
            <a:noFill/>
          </a:ln>
        </p:spPr>
      </p:pic>
      <p:pic>
        <p:nvPicPr>
          <p:cNvPr id="161" name="" descr=""/>
          <p:cNvPicPr/>
          <p:nvPr/>
        </p:nvPicPr>
        <p:blipFill>
          <a:blip r:embed="rId3"/>
          <a:stretch/>
        </p:blipFill>
        <p:spPr>
          <a:xfrm>
            <a:off x="720000" y="3600000"/>
            <a:ext cx="5237280" cy="222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6441480" y="378720"/>
            <a:ext cx="5618160" cy="5560920"/>
          </a:xfrm>
          <a:prstGeom prst="rect">
            <a:avLst/>
          </a:prstGeom>
          <a:ln w="0">
            <a:noFill/>
          </a:ln>
        </p:spPr>
      </p:pic>
      <p:pic>
        <p:nvPicPr>
          <p:cNvPr id="164" name="" descr=""/>
          <p:cNvPicPr/>
          <p:nvPr/>
        </p:nvPicPr>
        <p:blipFill>
          <a:blip r:embed="rId2"/>
          <a:stretch/>
        </p:blipFill>
        <p:spPr>
          <a:xfrm>
            <a:off x="224640" y="2494800"/>
            <a:ext cx="5895000" cy="146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6098760" y="426240"/>
            <a:ext cx="5960880" cy="5513400"/>
          </a:xfrm>
          <a:prstGeom prst="rect">
            <a:avLst/>
          </a:prstGeom>
          <a:ln w="0">
            <a:noFill/>
          </a:ln>
        </p:spPr>
      </p:pic>
      <p:pic>
        <p:nvPicPr>
          <p:cNvPr id="167" name="" descr=""/>
          <p:cNvPicPr/>
          <p:nvPr/>
        </p:nvPicPr>
        <p:blipFill>
          <a:blip r:embed="rId2"/>
          <a:stretch/>
        </p:blipFill>
        <p:spPr>
          <a:xfrm>
            <a:off x="360000" y="2466360"/>
            <a:ext cx="5361120" cy="1313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7651800" y="1163880"/>
            <a:ext cx="4227840" cy="4570560"/>
          </a:xfrm>
          <a:prstGeom prst="rect">
            <a:avLst/>
          </a:prstGeom>
          <a:ln w="0">
            <a:noFill/>
          </a:ln>
        </p:spPr>
      </p:pic>
      <p:pic>
        <p:nvPicPr>
          <p:cNvPr id="170" name="" descr=""/>
          <p:cNvPicPr/>
          <p:nvPr/>
        </p:nvPicPr>
        <p:blipFill>
          <a:blip r:embed="rId2"/>
          <a:stretch/>
        </p:blipFill>
        <p:spPr>
          <a:xfrm>
            <a:off x="540000" y="1586520"/>
            <a:ext cx="6479640" cy="1653120"/>
          </a:xfrm>
          <a:prstGeom prst="rect">
            <a:avLst/>
          </a:prstGeom>
          <a:ln w="0">
            <a:noFill/>
          </a:ln>
        </p:spPr>
      </p:pic>
      <p:pic>
        <p:nvPicPr>
          <p:cNvPr id="171" name="" descr=""/>
          <p:cNvPicPr/>
          <p:nvPr/>
        </p:nvPicPr>
        <p:blipFill>
          <a:blip r:embed="rId3"/>
          <a:stretch/>
        </p:blipFill>
        <p:spPr>
          <a:xfrm>
            <a:off x="360000" y="3780000"/>
            <a:ext cx="6967800" cy="125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7920000" y="124200"/>
            <a:ext cx="3818880" cy="599544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2"/>
          <a:stretch/>
        </p:blipFill>
        <p:spPr>
          <a:xfrm>
            <a:off x="540000" y="2160000"/>
            <a:ext cx="6381000" cy="206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6120000" y="720000"/>
            <a:ext cx="5875200" cy="5208480"/>
          </a:xfrm>
          <a:prstGeom prst="rect">
            <a:avLst/>
          </a:prstGeom>
          <a:ln w="0">
            <a:noFill/>
          </a:ln>
        </p:spPr>
      </p:pic>
      <p:pic>
        <p:nvPicPr>
          <p:cNvPr id="177" name="" descr=""/>
          <p:cNvPicPr/>
          <p:nvPr/>
        </p:nvPicPr>
        <p:blipFill>
          <a:blip r:embed="rId2"/>
          <a:stretch/>
        </p:blipFill>
        <p:spPr>
          <a:xfrm>
            <a:off x="180000" y="2578680"/>
            <a:ext cx="5799240" cy="156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7740000" y="114480"/>
            <a:ext cx="4110840" cy="600516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720000" y="2160000"/>
            <a:ext cx="6176160" cy="179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6566400" y="1468800"/>
            <a:ext cx="5313240" cy="3961080"/>
          </a:xfrm>
          <a:prstGeom prst="rect">
            <a:avLst/>
          </a:prstGeom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540000" y="2573640"/>
            <a:ext cx="5608800" cy="175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6300000" y="864000"/>
            <a:ext cx="5684760" cy="5170680"/>
          </a:xfrm>
          <a:prstGeom prst="rect">
            <a:avLst/>
          </a:prstGeom>
          <a:ln w="0">
            <a:noFill/>
          </a:ln>
        </p:spPr>
      </p:pic>
      <p:pic>
        <p:nvPicPr>
          <p:cNvPr id="186" name="" descr=""/>
          <p:cNvPicPr/>
          <p:nvPr/>
        </p:nvPicPr>
        <p:blipFill>
          <a:blip r:embed="rId2"/>
          <a:stretch/>
        </p:blipFill>
        <p:spPr>
          <a:xfrm>
            <a:off x="180000" y="2444760"/>
            <a:ext cx="5780160" cy="200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consulta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88" name="" descr=""/>
          <p:cNvPicPr/>
          <p:nvPr/>
        </p:nvPicPr>
        <p:blipFill>
          <a:blip r:embed="rId1"/>
          <a:stretch/>
        </p:blipFill>
        <p:spPr>
          <a:xfrm>
            <a:off x="6270120" y="2313000"/>
            <a:ext cx="5789520" cy="1646640"/>
          </a:xfrm>
          <a:prstGeom prst="rect">
            <a:avLst/>
          </a:prstGeom>
          <a:ln w="0">
            <a:noFill/>
          </a:ln>
        </p:spPr>
      </p:pic>
      <p:pic>
        <p:nvPicPr>
          <p:cNvPr id="189" name="" descr=""/>
          <p:cNvPicPr/>
          <p:nvPr/>
        </p:nvPicPr>
        <p:blipFill>
          <a:blip r:embed="rId2"/>
          <a:stretch/>
        </p:blipFill>
        <p:spPr>
          <a:xfrm>
            <a:off x="360000" y="1380600"/>
            <a:ext cx="5694480" cy="239904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3"/>
          <a:stretch/>
        </p:blipFill>
        <p:spPr>
          <a:xfrm>
            <a:off x="360000" y="4380480"/>
            <a:ext cx="6294240" cy="119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180000" y="2058840"/>
            <a:ext cx="4680000" cy="2981160"/>
          </a:xfrm>
          <a:prstGeom prst="rect">
            <a:avLst/>
          </a:prstGeom>
          <a:ln w="0">
            <a:noFill/>
          </a:ln>
        </p:spPr>
      </p:pic>
      <p:pic>
        <p:nvPicPr>
          <p:cNvPr id="193" name="" descr=""/>
          <p:cNvPicPr/>
          <p:nvPr/>
        </p:nvPicPr>
        <p:blipFill>
          <a:blip r:embed="rId2"/>
          <a:stretch/>
        </p:blipFill>
        <p:spPr>
          <a:xfrm>
            <a:off x="5078520" y="2520000"/>
            <a:ext cx="6981480" cy="25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5" name="" descr=""/>
          <p:cNvPicPr/>
          <p:nvPr/>
        </p:nvPicPr>
        <p:blipFill>
          <a:blip r:embed="rId1"/>
          <a:stretch/>
        </p:blipFill>
        <p:spPr>
          <a:xfrm>
            <a:off x="6755760" y="1980000"/>
            <a:ext cx="5304240" cy="2809080"/>
          </a:xfrm>
          <a:prstGeom prst="rect">
            <a:avLst/>
          </a:prstGeom>
          <a:ln w="0">
            <a:noFill/>
          </a:ln>
        </p:spPr>
      </p:pic>
      <p:pic>
        <p:nvPicPr>
          <p:cNvPr id="196" name="" descr=""/>
          <p:cNvPicPr/>
          <p:nvPr/>
        </p:nvPicPr>
        <p:blipFill>
          <a:blip r:embed="rId2"/>
          <a:stretch/>
        </p:blipFill>
        <p:spPr>
          <a:xfrm>
            <a:off x="442440" y="2340000"/>
            <a:ext cx="6037560" cy="20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5136840" y="2160000"/>
            <a:ext cx="6923160" cy="2952000"/>
          </a:xfrm>
          <a:prstGeom prst="rect">
            <a:avLst/>
          </a:prstGeom>
          <a:ln w="0">
            <a:noFill/>
          </a:ln>
        </p:spPr>
      </p:pic>
      <p:pic>
        <p:nvPicPr>
          <p:cNvPr id="199" name="" descr=""/>
          <p:cNvPicPr/>
          <p:nvPr/>
        </p:nvPicPr>
        <p:blipFill>
          <a:blip r:embed="rId2"/>
          <a:stretch/>
        </p:blipFill>
        <p:spPr>
          <a:xfrm>
            <a:off x="106200" y="2520000"/>
            <a:ext cx="4933800" cy="21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1" name="" descr=""/>
          <p:cNvPicPr/>
          <p:nvPr/>
        </p:nvPicPr>
        <p:blipFill>
          <a:blip r:embed="rId1"/>
          <a:stretch/>
        </p:blipFill>
        <p:spPr>
          <a:xfrm>
            <a:off x="4746240" y="1980000"/>
            <a:ext cx="7313760" cy="2999520"/>
          </a:xfrm>
          <a:prstGeom prst="rect">
            <a:avLst/>
          </a:prstGeom>
          <a:ln w="0">
            <a:noFill/>
          </a:ln>
        </p:spPr>
      </p:pic>
      <p:pic>
        <p:nvPicPr>
          <p:cNvPr id="202" name="" descr=""/>
          <p:cNvPicPr/>
          <p:nvPr/>
        </p:nvPicPr>
        <p:blipFill>
          <a:blip r:embed="rId2"/>
          <a:stretch/>
        </p:blipFill>
        <p:spPr>
          <a:xfrm>
            <a:off x="180000" y="2206440"/>
            <a:ext cx="4500000" cy="247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1"/>
          <a:srcRect l="0" t="0" r="0" b="12503"/>
          <a:stretch/>
        </p:blipFill>
        <p:spPr>
          <a:xfrm>
            <a:off x="7200000" y="234000"/>
            <a:ext cx="4680000" cy="5706000"/>
          </a:xfrm>
          <a:prstGeom prst="rect">
            <a:avLst/>
          </a:prstGeom>
          <a:ln w="0">
            <a:noFill/>
          </a:ln>
        </p:spPr>
      </p:pic>
      <p:pic>
        <p:nvPicPr>
          <p:cNvPr id="205" name="" descr=""/>
          <p:cNvPicPr/>
          <p:nvPr/>
        </p:nvPicPr>
        <p:blipFill>
          <a:blip r:embed="rId2"/>
          <a:stretch/>
        </p:blipFill>
        <p:spPr>
          <a:xfrm>
            <a:off x="613800" y="2340000"/>
            <a:ext cx="5866200" cy="220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07" name="" descr=""/>
          <p:cNvPicPr/>
          <p:nvPr/>
        </p:nvPicPr>
        <p:blipFill>
          <a:blip r:embed="rId1"/>
          <a:stretch/>
        </p:blipFill>
        <p:spPr>
          <a:xfrm>
            <a:off x="5760000" y="1816200"/>
            <a:ext cx="6120000" cy="3223800"/>
          </a:xfrm>
          <a:prstGeom prst="rect">
            <a:avLst/>
          </a:prstGeom>
          <a:ln w="0">
            <a:noFill/>
          </a:ln>
        </p:spPr>
      </p:pic>
      <p:pic>
        <p:nvPicPr>
          <p:cNvPr id="208" name="" descr=""/>
          <p:cNvPicPr/>
          <p:nvPr/>
        </p:nvPicPr>
        <p:blipFill>
          <a:blip r:embed="rId2"/>
          <a:stretch/>
        </p:blipFill>
        <p:spPr>
          <a:xfrm>
            <a:off x="221400" y="1702080"/>
            <a:ext cx="5178600" cy="375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actualización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0" name="" descr=""/>
          <p:cNvPicPr/>
          <p:nvPr/>
        </p:nvPicPr>
        <p:blipFill>
          <a:blip r:embed="rId1"/>
          <a:stretch/>
        </p:blipFill>
        <p:spPr>
          <a:xfrm>
            <a:off x="4355640" y="853920"/>
            <a:ext cx="7704360" cy="5266080"/>
          </a:xfrm>
          <a:prstGeom prst="rect">
            <a:avLst/>
          </a:prstGeom>
          <a:ln w="0">
            <a:noFill/>
          </a:ln>
        </p:spPr>
      </p:pic>
      <p:pic>
        <p:nvPicPr>
          <p:cNvPr id="211" name="" descr=""/>
          <p:cNvPicPr/>
          <p:nvPr/>
        </p:nvPicPr>
        <p:blipFill>
          <a:blip r:embed="rId2"/>
          <a:stretch/>
        </p:blipFill>
        <p:spPr>
          <a:xfrm>
            <a:off x="46080" y="2700000"/>
            <a:ext cx="4190400" cy="16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eliminación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3" name="" descr=""/>
          <p:cNvPicPr/>
          <p:nvPr/>
        </p:nvPicPr>
        <p:blipFill>
          <a:blip r:embed="rId1"/>
          <a:srcRect l="0" t="0" r="0" b="6701"/>
          <a:stretch/>
        </p:blipFill>
        <p:spPr>
          <a:xfrm>
            <a:off x="1555560" y="3960000"/>
            <a:ext cx="9064440" cy="899640"/>
          </a:xfrm>
          <a:prstGeom prst="rect">
            <a:avLst/>
          </a:prstGeom>
          <a:ln w="0">
            <a:noFill/>
          </a:ln>
        </p:spPr>
      </p:pic>
      <p:pic>
        <p:nvPicPr>
          <p:cNvPr id="214" name="" descr=""/>
          <p:cNvPicPr/>
          <p:nvPr/>
        </p:nvPicPr>
        <p:blipFill>
          <a:blip r:embed="rId2"/>
          <a:stretch/>
        </p:blipFill>
        <p:spPr>
          <a:xfrm>
            <a:off x="2203200" y="1980000"/>
            <a:ext cx="7696800" cy="1521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eliminación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16" name="" descr=""/>
          <p:cNvPicPr/>
          <p:nvPr/>
        </p:nvPicPr>
        <p:blipFill>
          <a:blip r:embed="rId1"/>
          <a:stretch/>
        </p:blipFill>
        <p:spPr>
          <a:xfrm>
            <a:off x="7020000" y="1399320"/>
            <a:ext cx="4860000" cy="4540680"/>
          </a:xfrm>
          <a:prstGeom prst="rect">
            <a:avLst/>
          </a:prstGeom>
          <a:ln w="0">
            <a:noFill/>
          </a:ln>
        </p:spPr>
      </p:pic>
      <p:pic>
        <p:nvPicPr>
          <p:cNvPr id="217" name="" descr=""/>
          <p:cNvPicPr/>
          <p:nvPr/>
        </p:nvPicPr>
        <p:blipFill>
          <a:blip r:embed="rId2"/>
          <a:stretch/>
        </p:blipFill>
        <p:spPr>
          <a:xfrm>
            <a:off x="651600" y="1260000"/>
            <a:ext cx="5676120" cy="1800000"/>
          </a:xfrm>
          <a:prstGeom prst="rect">
            <a:avLst/>
          </a:prstGeom>
          <a:ln w="0">
            <a:noFill/>
          </a:ln>
        </p:spPr>
      </p:pic>
      <p:pic>
        <p:nvPicPr>
          <p:cNvPr id="218" name="" descr=""/>
          <p:cNvPicPr/>
          <p:nvPr/>
        </p:nvPicPr>
        <p:blipFill>
          <a:blip r:embed="rId3"/>
          <a:stretch/>
        </p:blipFill>
        <p:spPr>
          <a:xfrm>
            <a:off x="720360" y="3240000"/>
            <a:ext cx="5129280" cy="270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de eliminación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0" name="" descr=""/>
          <p:cNvPicPr/>
          <p:nvPr/>
        </p:nvPicPr>
        <p:blipFill>
          <a:blip r:embed="rId1"/>
          <a:stretch/>
        </p:blipFill>
        <p:spPr>
          <a:xfrm>
            <a:off x="3420000" y="1800000"/>
            <a:ext cx="5541480" cy="30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200" cy="53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s-ES" sz="2400" spc="-1" strike="noStrike">
                <a:solidFill>
                  <a:srgbClr val="000000"/>
                </a:solidFill>
                <a:latin typeface="Calibri"/>
              </a:rPr>
              <a:t>Operaciones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838080" y="112464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837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10 CuadroTexto"/>
          <p:cNvSpPr/>
          <p:nvPr/>
        </p:nvSpPr>
        <p:spPr>
          <a:xfrm>
            <a:off x="5150160" y="5508000"/>
            <a:ext cx="188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s-ES" sz="2400" spc="-1" strike="noStrike">
                <a:solidFill>
                  <a:srgbClr val="ffffff"/>
                </a:solidFill>
                <a:latin typeface="Calibri"/>
                <a:ea typeface="DejaVu Sans"/>
              </a:rPr>
              <a:t>www.ceste.es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4" name="11 Imagen" descr=""/>
          <p:cNvPicPr/>
          <p:nvPr/>
        </p:nvPicPr>
        <p:blipFill>
          <a:blip r:embed="rId1"/>
          <a:stretch/>
        </p:blipFill>
        <p:spPr>
          <a:xfrm>
            <a:off x="4227480" y="2349000"/>
            <a:ext cx="3732480" cy="1820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6" ma:contentTypeDescription="Crear nuevo documento." ma:contentTypeScope="" ma:versionID="73b97258e99d47497b96ecb181da94f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47e9c207501d1d53c375c00c242f54b4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Props1.xml><?xml version="1.0" encoding="utf-8"?>
<ds:datastoreItem xmlns:ds="http://schemas.openxmlformats.org/officeDocument/2006/customXml" ds:itemID="{F27A6D2C-8CE5-46A4-ADEC-6FD7C5F7EDCC}"/>
</file>

<file path=customXml/itemProps2.xml><?xml version="1.0" encoding="utf-8"?>
<ds:datastoreItem xmlns:ds="http://schemas.openxmlformats.org/officeDocument/2006/customXml" ds:itemID="{7557D189-32A8-411C-A1FE-5D98FC6CCF4F}"/>
</file>

<file path=customXml/itemProps3.xml><?xml version="1.0" encoding="utf-8"?>
<ds:datastoreItem xmlns:ds="http://schemas.openxmlformats.org/officeDocument/2006/customXml" ds:itemID="{E8D8D8A5-1EAA-41DC-A1E3-E107219891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2960</TotalTime>
  <Application>LibreOffice/7.3.7.2$Linux_X86_64 LibreOffice_project/30$Build-2</Application>
  <AppVersion>15.0000</AppVersion>
  <Words>12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2014-05-13T08:36:54Z</dcterms:created>
  <dc:creator>psoria</dc:creator>
  <dc:description/>
  <dc:language>es-ES</dc:language>
  <cp:lastModifiedBy/>
  <cp:lastPrinted>2018-06-15T07:54:48Z</cp:lastPrinted>
  <dcterms:modified xsi:type="dcterms:W3CDTF">2025-11-27T11:34:27Z</dcterms:modified>
  <cp:revision>572</cp:revision>
  <dc:subject/>
  <dc:title>Diapositiva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  <property fmtid="{D5CDD505-2E9C-101B-9397-08002B2CF9AE}" pid="3" name="PresentationFormat">
    <vt:lpwstr>Panorámica</vt:lpwstr>
  </property>
  <property fmtid="{D5CDD505-2E9C-101B-9397-08002B2CF9AE}" pid="4" name="Slides">
    <vt:i4>3</vt:i4>
  </property>
</Properties>
</file>