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3.jpeg" ContentType="image/jpeg"/>
  <Override PartName="/ppt/media/image40.png" ContentType="image/png"/>
  <Override PartName="/ppt/media/image33.png" ContentType="image/png"/>
  <Override PartName="/ppt/media/image39.png" ContentType="image/png"/>
  <Override PartName="/ppt/media/image9.png" ContentType="image/png"/>
  <Override PartName="/ppt/media/image15.png" ContentType="image/png"/>
  <Override PartName="/ppt/media/image20.png" ContentType="image/png"/>
  <Override PartName="/ppt/media/image57.png" ContentType="image/png"/>
  <Override PartName="/ppt/media/image21.png" ContentType="image/png"/>
  <Override PartName="/ppt/media/image58.png" ContentType="image/png"/>
  <Override PartName="/ppt/media/image22.png" ContentType="image/png"/>
  <Override PartName="/ppt/media/image59.png" ContentType="image/png"/>
  <Override PartName="/ppt/media/image23.png" ContentType="image/png"/>
  <Override PartName="/ppt/media/image60.png" ContentType="image/png"/>
  <Override PartName="/ppt/media/image24.png" ContentType="image/png"/>
  <Override PartName="/ppt/media/image61.png" ContentType="image/png"/>
  <Override PartName="/ppt/media/image62.png" ContentType="image/png"/>
  <Override PartName="/ppt/media/image26.png" ContentType="image/png"/>
  <Override PartName="/ppt/media/image63.png" ContentType="image/png"/>
  <Override PartName="/ppt/media/image64.png" ContentType="image/png"/>
  <Override PartName="/ppt/media/image77.png" ContentType="image/png"/>
  <Override PartName="/ppt/media/image65.png" ContentType="image/png"/>
  <Override PartName="/ppt/media/image76.png" ContentType="image/png"/>
  <Override PartName="/ppt/media/image75.png" ContentType="image/png"/>
  <Override PartName="/ppt/media/image74.png" ContentType="image/png"/>
  <Override PartName="/ppt/media/image73.png" ContentType="image/png"/>
  <Override PartName="/ppt/media/image72.png" ContentType="image/png"/>
  <Override PartName="/ppt/media/image71.png" ContentType="image/png"/>
  <Override PartName="/ppt/media/image29.png" ContentType="image/png"/>
  <Override PartName="/ppt/media/image69.png" ContentType="image/png"/>
  <Override PartName="/ppt/media/image32.png" ContentType="image/png"/>
  <Override PartName="/ppt/media/image70.png" ContentType="image/png"/>
  <Override PartName="/ppt/media/image28.png" ContentType="image/png"/>
  <Override PartName="/ppt/media/image68.png" ContentType="image/png"/>
  <Override PartName="/ppt/media/image31.png" ContentType="image/png"/>
  <Override PartName="/ppt/media/image67.png" ContentType="image/png"/>
  <Override PartName="/ppt/media/image30.png" ContentType="image/png"/>
  <Override PartName="/ppt/media/image66.png" ContentType="image/png"/>
  <Override PartName="/ppt/media/image25.png" ContentType="image/png"/>
  <Override PartName="/ppt/media/image2.png" ContentType="image/png"/>
  <Override PartName="/ppt/media/image14.png" ContentType="image/png"/>
  <Override PartName="/ppt/media/image27.png" ContentType="image/png"/>
  <Override PartName="/ppt/media/image16.png" ContentType="image/png"/>
  <Override PartName="/ppt/media/image4.png" ContentType="image/png"/>
  <Override PartName="/ppt/media/image34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7.png" ContentType="image/png"/>
  <Override PartName="/ppt/media/image37.png" ContentType="image/png"/>
  <Override PartName="/ppt/media/image12.png" ContentType="image/png"/>
  <Override PartName="/ppt/media/image49.png" ContentType="image/png"/>
  <Override PartName="/ppt/media/image8.png" ContentType="image/png"/>
  <Override PartName="/ppt/media/image38.png" ContentType="image/png"/>
  <Override PartName="/ppt/media/image1.png" ContentType="image/png"/>
  <Override PartName="/ppt/media/image13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40.xml" ContentType="application/vnd.openxmlformats-officedocument.presentationml.slide+xml"/>
  <Override PartName="/ppt/slides/slide6.xml" ContentType="application/vnd.openxmlformats-officedocument.presentationml.slide+xml"/>
  <Override PartName="/ppt/slides/slide41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_rels/slide47.xml.rels" ContentType="application/vnd.openxmlformats-package.relationships+xml"/>
  <Override PartName="/ppt/slides/_rels/slide54.xml.rels" ContentType="application/vnd.openxmlformats-package.relationships+xml"/>
  <Override PartName="/ppt/slides/_rels/slide4.xml.rels" ContentType="application/vnd.openxmlformats-package.relationships+xml"/>
  <Override PartName="/ppt/slides/_rels/slide8.xml.rels" ContentType="application/vnd.openxmlformats-package.relationships+xml"/>
  <Override PartName="/ppt/slides/_rels/slide43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8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31.xml.rels" ContentType="application/vnd.openxmlformats-package.relationships+xml"/>
  <Override PartName="/ppt/slides/_rels/slide39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51.xml.rels" ContentType="application/vnd.openxmlformats-package.relationships+xml"/>
  <Override PartName="/ppt/slides/_rels/slide35.xml.rels" ContentType="application/vnd.openxmlformats-package.relationships+xml"/>
  <Override PartName="/ppt/slides/_rels/slide53.xml.rels" ContentType="application/vnd.openxmlformats-package.relationships+xml"/>
  <Override PartName="/ppt/slides/_rels/slide46.xml.rels" ContentType="application/vnd.openxmlformats-package.relationships+xml"/>
  <Override PartName="/ppt/slides/_rels/slide52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38.xml.rels" ContentType="application/vnd.openxmlformats-package.relationships+xml"/>
  <Override PartName="/ppt/slides/_rels/slide23.xml.rels" ContentType="application/vnd.openxmlformats-package.relationships+xml"/>
  <Override PartName="/ppt/slides/_rels/slide41.xml.rels" ContentType="application/vnd.openxmlformats-package.relationships+xml"/>
  <Override PartName="/ppt/slides/_rels/slide56.xml.rels" ContentType="application/vnd.openxmlformats-package.relationships+xml"/>
  <Override PartName="/ppt/slides/_rels/slide50.xml.rels" ContentType="application/vnd.openxmlformats-package.relationships+xml"/>
  <Override PartName="/ppt/slides/_rels/slide34.xml.rels" ContentType="application/vnd.openxmlformats-package.relationships+xml"/>
  <Override PartName="/ppt/slides/_rels/slide49.xml.rels" ContentType="application/vnd.openxmlformats-package.relationships+xml"/>
  <Override PartName="/ppt/slides/_rels/slide6.xml.rels" ContentType="application/vnd.openxmlformats-package.relationships+xml"/>
  <Override PartName="/ppt/slides/_rels/slide40.xml.rels" ContentType="application/vnd.openxmlformats-package.relationships+xml"/>
  <Override PartName="/ppt/slides/_rels/slide55.xml.rels" ContentType="application/vnd.openxmlformats-package.relationships+xml"/>
  <Override PartName="/ppt/slides/_rels/slide5.xml.rels" ContentType="application/vnd.openxmlformats-package.relationships+xml"/>
  <Override PartName="/ppt/slides/_rels/slide33.xml.rels" ContentType="application/vnd.openxmlformats-package.relationships+xml"/>
  <Override PartName="/ppt/slides/_rels/slide48.xml.rels" ContentType="application/vnd.openxmlformats-package.relationships+xml"/>
  <Override PartName="/ppt/slides/_rels/slide32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slide30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3840" cy="6843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7680" y="5883840"/>
            <a:ext cx="594360" cy="59652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59360" cy="64440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slideLayout" Target="../slideLayouts/slideLayout1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image" Target="../media/image71.png"/><Relationship Id="rId3" Type="http://schemas.openxmlformats.org/officeDocument/2006/relationships/slideLayout" Target="../slideLayouts/slideLayout1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72.png"/><Relationship Id="rId2" Type="http://schemas.openxmlformats.org/officeDocument/2006/relationships/image" Target="../media/image73.png"/><Relationship Id="rId3" Type="http://schemas.openxmlformats.org/officeDocument/2006/relationships/slideLayout" Target="../slideLayouts/slideLayout13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slideLayout" Target="../slideLayouts/slideLayout1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slideLayout" Target="../slideLayouts/slideLayout1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slideLayout" Target="../slideLayouts/slideLayout1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7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3840" cy="684972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"/>
          <p:cNvSpPr/>
          <p:nvPr/>
        </p:nvSpPr>
        <p:spPr>
          <a:xfrm>
            <a:off x="852840" y="6682680"/>
            <a:ext cx="11383920" cy="34452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59800" y="6582960"/>
            <a:ext cx="594360" cy="59652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"/>
          <p:cNvSpPr/>
          <p:nvPr/>
        </p:nvSpPr>
        <p:spPr>
          <a:xfrm>
            <a:off x="-96840" y="-99360"/>
            <a:ext cx="11480760" cy="27972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4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9160" y="-316440"/>
            <a:ext cx="594360" cy="59652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4"/>
          <p:cNvGrpSpPr/>
          <p:nvPr/>
        </p:nvGrpSpPr>
        <p:grpSpPr>
          <a:xfrm>
            <a:off x="504000" y="405720"/>
            <a:ext cx="5248080" cy="2398680"/>
            <a:chOff x="504000" y="405720"/>
            <a:chExt cx="5248080" cy="2398680"/>
          </a:xfrm>
        </p:grpSpPr>
        <p:sp>
          <p:nvSpPr>
            <p:cNvPr id="85" name="12 Rectángulo"/>
            <p:cNvSpPr/>
            <p:nvPr/>
          </p:nvSpPr>
          <p:spPr>
            <a:xfrm>
              <a:off x="504000" y="405720"/>
              <a:ext cx="4846680" cy="239868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5"/>
            <p:cNvGrpSpPr/>
            <p:nvPr/>
          </p:nvGrpSpPr>
          <p:grpSpPr>
            <a:xfrm>
              <a:off x="734760" y="980640"/>
              <a:ext cx="5017320" cy="1823760"/>
              <a:chOff x="734760" y="980640"/>
              <a:chExt cx="5017320" cy="1823760"/>
            </a:xfrm>
          </p:grpSpPr>
          <p:sp>
            <p:nvSpPr>
              <p:cNvPr id="87" name="2 Subtítulo"/>
              <p:cNvSpPr/>
              <p:nvPr/>
            </p:nvSpPr>
            <p:spPr>
              <a:xfrm>
                <a:off x="778680" y="2277000"/>
                <a:ext cx="4973400" cy="52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Mongo DB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"/>
              <p:cNvSpPr/>
              <p:nvPr/>
            </p:nvSpPr>
            <p:spPr>
              <a:xfrm>
                <a:off x="734760" y="980640"/>
                <a:ext cx="4009320" cy="1314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9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45920" cy="79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 en arquitectura distribuida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2160000" y="1029240"/>
            <a:ext cx="8279640" cy="3110760"/>
          </a:xfrm>
          <a:prstGeom prst="rect">
            <a:avLst/>
          </a:prstGeom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3600000" y="4370760"/>
            <a:ext cx="5247000" cy="169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 en arquitectura distribuida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2070360" y="900360"/>
            <a:ext cx="8549640" cy="544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700000" y="1153800"/>
            <a:ext cx="7745760" cy="478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2952000" y="1238400"/>
            <a:ext cx="7128000" cy="487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802880" y="1388160"/>
            <a:ext cx="9357120" cy="401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2943360" y="1099800"/>
            <a:ext cx="7300080" cy="502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2520000" y="962640"/>
            <a:ext cx="7560000" cy="515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2580480" y="962280"/>
            <a:ext cx="8219520" cy="512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2695680" y="1039680"/>
            <a:ext cx="7384320" cy="4896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rcRect l="3792" t="0" r="8488" b="0"/>
          <a:stretch/>
        </p:blipFill>
        <p:spPr>
          <a:xfrm>
            <a:off x="360000" y="1876680"/>
            <a:ext cx="5579640" cy="308520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7380000" y="57960"/>
            <a:ext cx="4526280" cy="319428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7552080" y="3581280"/>
            <a:ext cx="3967920" cy="307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890080" y="1124280"/>
            <a:ext cx="6504120" cy="459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Registro de operaciones (oplog)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2880000" y="1080000"/>
            <a:ext cx="7281720" cy="50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Registro de operaciones (oplog)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2709000" y="914760"/>
            <a:ext cx="7135200" cy="520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Registro de operaciones (oplog)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2790000" y="900360"/>
            <a:ext cx="6750000" cy="5271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Registro de operaciones (oplog)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2999520" y="929160"/>
            <a:ext cx="6540480" cy="518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Registro de operaciones (oplog)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2520000" y="871920"/>
            <a:ext cx="6953760" cy="524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Registro de operaciones (oplog)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2847240" y="1009800"/>
            <a:ext cx="6872760" cy="502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Registro de operaciones (oplog)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2469240" y="913320"/>
            <a:ext cx="7070760" cy="5158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Registro de operaciones (oplog)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2795760" y="927720"/>
            <a:ext cx="6744240" cy="519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3060000" y="900360"/>
            <a:ext cx="6660000" cy="520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2929320" y="1080000"/>
            <a:ext cx="7510680" cy="497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3256920" y="1300320"/>
            <a:ext cx="5770800" cy="423756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2"/>
          <a:stretch/>
        </p:blipFill>
        <p:spPr>
          <a:xfrm>
            <a:off x="1246320" y="1260000"/>
            <a:ext cx="913680" cy="59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2520000" y="1080000"/>
            <a:ext cx="7020000" cy="4935240"/>
          </a:xfrm>
          <a:prstGeom prst="rect">
            <a:avLst/>
          </a:prstGeom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2"/>
          <a:stretch/>
        </p:blipFill>
        <p:spPr>
          <a:xfrm>
            <a:off x="1426320" y="1440000"/>
            <a:ext cx="913680" cy="59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1606320" y="1380600"/>
            <a:ext cx="913680" cy="59940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2854800" y="1188720"/>
            <a:ext cx="6865200" cy="493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1440000" y="1380600"/>
            <a:ext cx="913680" cy="599400"/>
          </a:xfrm>
          <a:prstGeom prst="rect">
            <a:avLst/>
          </a:prstGeom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2"/>
          <a:stretch/>
        </p:blipFill>
        <p:spPr>
          <a:xfrm>
            <a:off x="2700000" y="1080000"/>
            <a:ext cx="6816240" cy="50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1246320" y="1380600"/>
            <a:ext cx="913680" cy="599400"/>
          </a:xfrm>
          <a:prstGeom prst="rect">
            <a:avLst/>
          </a:prstGeom>
          <a:ln w="0">
            <a:noFill/>
          </a:ln>
        </p:spPr>
      </p:pic>
      <p:pic>
        <p:nvPicPr>
          <p:cNvPr id="149" name="" descr=""/>
          <p:cNvPicPr/>
          <p:nvPr/>
        </p:nvPicPr>
        <p:blipFill>
          <a:blip r:embed="rId2"/>
          <a:stretch/>
        </p:blipFill>
        <p:spPr>
          <a:xfrm>
            <a:off x="2880000" y="955800"/>
            <a:ext cx="6840000" cy="516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720000" y="1260000"/>
            <a:ext cx="1875600" cy="542160"/>
          </a:xfrm>
          <a:prstGeom prst="rect">
            <a:avLst/>
          </a:prstGeom>
          <a:ln w="0">
            <a:noFill/>
          </a:ln>
        </p:spPr>
      </p:pic>
      <p:pic>
        <p:nvPicPr>
          <p:cNvPr id="152" name="" descr=""/>
          <p:cNvPicPr/>
          <p:nvPr/>
        </p:nvPicPr>
        <p:blipFill>
          <a:blip r:embed="rId2"/>
          <a:stretch/>
        </p:blipFill>
        <p:spPr>
          <a:xfrm>
            <a:off x="2962440" y="1080000"/>
            <a:ext cx="7297560" cy="505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540000" y="1257840"/>
            <a:ext cx="1875600" cy="542160"/>
          </a:xfrm>
          <a:prstGeom prst="rect">
            <a:avLst/>
          </a:prstGeom>
          <a:ln w="0">
            <a:noFill/>
          </a:ln>
        </p:spPr>
      </p:pic>
      <p:pic>
        <p:nvPicPr>
          <p:cNvPr id="155" name="" descr=""/>
          <p:cNvPicPr/>
          <p:nvPr/>
        </p:nvPicPr>
        <p:blipFill>
          <a:blip r:embed="rId2"/>
          <a:stretch/>
        </p:blipFill>
        <p:spPr>
          <a:xfrm>
            <a:off x="3060000" y="1080000"/>
            <a:ext cx="6480000" cy="497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720000" y="1437840"/>
            <a:ext cx="1875600" cy="542160"/>
          </a:xfrm>
          <a:prstGeom prst="rect">
            <a:avLst/>
          </a:prstGeom>
          <a:ln w="0">
            <a:noFill/>
          </a:ln>
        </p:spPr>
      </p:pic>
      <p:pic>
        <p:nvPicPr>
          <p:cNvPr id="158" name="" descr=""/>
          <p:cNvPicPr/>
          <p:nvPr/>
        </p:nvPicPr>
        <p:blipFill>
          <a:blip r:embed="rId2"/>
          <a:stretch/>
        </p:blipFill>
        <p:spPr>
          <a:xfrm>
            <a:off x="2880000" y="1162440"/>
            <a:ext cx="6660000" cy="486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1"/>
          <a:stretch/>
        </p:blipFill>
        <p:spPr>
          <a:xfrm>
            <a:off x="1004400" y="1437840"/>
            <a:ext cx="1875600" cy="542160"/>
          </a:xfrm>
          <a:prstGeom prst="rect">
            <a:avLst/>
          </a:prstGeom>
          <a:ln w="0">
            <a:noFill/>
          </a:ln>
        </p:spPr>
      </p:pic>
      <p:pic>
        <p:nvPicPr>
          <p:cNvPr id="161" name="" descr=""/>
          <p:cNvPicPr/>
          <p:nvPr/>
        </p:nvPicPr>
        <p:blipFill>
          <a:blip r:embed="rId2"/>
          <a:stretch/>
        </p:blipFill>
        <p:spPr>
          <a:xfrm>
            <a:off x="3240000" y="900360"/>
            <a:ext cx="7020000" cy="522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644400" y="1437840"/>
            <a:ext cx="1875600" cy="542160"/>
          </a:xfrm>
          <a:prstGeom prst="rect">
            <a:avLst/>
          </a:prstGeom>
          <a:ln w="0">
            <a:noFill/>
          </a:ln>
        </p:spPr>
      </p:pic>
      <p:pic>
        <p:nvPicPr>
          <p:cNvPr id="164" name="" descr=""/>
          <p:cNvPicPr/>
          <p:nvPr/>
        </p:nvPicPr>
        <p:blipFill>
          <a:blip r:embed="rId2"/>
          <a:stretch/>
        </p:blipFill>
        <p:spPr>
          <a:xfrm>
            <a:off x="3163320" y="1001520"/>
            <a:ext cx="6863400" cy="511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1080000" y="1437840"/>
            <a:ext cx="1875600" cy="542160"/>
          </a:xfrm>
          <a:prstGeom prst="rect">
            <a:avLst/>
          </a:prstGeom>
          <a:ln w="0">
            <a:noFill/>
          </a:ln>
        </p:spPr>
      </p:pic>
      <p:pic>
        <p:nvPicPr>
          <p:cNvPr id="167" name="" descr=""/>
          <p:cNvPicPr/>
          <p:nvPr/>
        </p:nvPicPr>
        <p:blipFill>
          <a:blip r:embed="rId2"/>
          <a:stretch/>
        </p:blipFill>
        <p:spPr>
          <a:xfrm>
            <a:off x="2990160" y="907200"/>
            <a:ext cx="7807320" cy="521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1080000" y="1440000"/>
            <a:ext cx="1875600" cy="542160"/>
          </a:xfrm>
          <a:prstGeom prst="rect">
            <a:avLst/>
          </a:prstGeom>
          <a:ln w="0">
            <a:noFill/>
          </a:ln>
        </p:spPr>
      </p:pic>
      <p:pic>
        <p:nvPicPr>
          <p:cNvPr id="170" name="" descr=""/>
          <p:cNvPicPr/>
          <p:nvPr/>
        </p:nvPicPr>
        <p:blipFill>
          <a:blip r:embed="rId2"/>
          <a:stretch/>
        </p:blipFill>
        <p:spPr>
          <a:xfrm>
            <a:off x="3060000" y="900360"/>
            <a:ext cx="7200000" cy="511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2" name="" descr=""/>
          <p:cNvPicPr/>
          <p:nvPr/>
        </p:nvPicPr>
        <p:blipFill>
          <a:blip r:embed="rId1"/>
          <a:stretch/>
        </p:blipFill>
        <p:spPr>
          <a:xfrm>
            <a:off x="2700000" y="1219680"/>
            <a:ext cx="6840000" cy="481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4" name="" descr=""/>
          <p:cNvPicPr/>
          <p:nvPr/>
        </p:nvPicPr>
        <p:blipFill>
          <a:blip r:embed="rId1"/>
          <a:stretch/>
        </p:blipFill>
        <p:spPr>
          <a:xfrm>
            <a:off x="2700000" y="1125360"/>
            <a:ext cx="7200000" cy="487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1"/>
          <a:stretch/>
        </p:blipFill>
        <p:spPr>
          <a:xfrm>
            <a:off x="2700000" y="1183320"/>
            <a:ext cx="7380000" cy="485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8" name="" descr=""/>
          <p:cNvPicPr/>
          <p:nvPr/>
        </p:nvPicPr>
        <p:blipFill>
          <a:blip r:embed="rId1"/>
          <a:stretch/>
        </p:blipFill>
        <p:spPr>
          <a:xfrm>
            <a:off x="2975760" y="1071720"/>
            <a:ext cx="6809760" cy="5048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Confirmación de escrituras (write concern)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1"/>
          <a:stretch/>
        </p:blipFill>
        <p:spPr>
          <a:xfrm>
            <a:off x="2880000" y="1001520"/>
            <a:ext cx="7200000" cy="494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Procesos de recuperación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2440080" y="1271880"/>
            <a:ext cx="8179920" cy="466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Procesos de recuperación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66320" y="1105200"/>
            <a:ext cx="6673680" cy="501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Procesos de recuperación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2700000" y="1050120"/>
            <a:ext cx="7294680" cy="506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Procesos de recuperación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8" name="" descr=""/>
          <p:cNvPicPr/>
          <p:nvPr/>
        </p:nvPicPr>
        <p:blipFill>
          <a:blip r:embed="rId1"/>
          <a:stretch/>
        </p:blipFill>
        <p:spPr>
          <a:xfrm>
            <a:off x="2542320" y="989280"/>
            <a:ext cx="7177680" cy="515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B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: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P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u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p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ó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90" name="" descr=""/>
          <p:cNvPicPr/>
          <p:nvPr/>
        </p:nvPicPr>
        <p:blipFill>
          <a:blip r:embed="rId1"/>
          <a:stretch/>
        </p:blipFill>
        <p:spPr>
          <a:xfrm>
            <a:off x="2700000" y="1072440"/>
            <a:ext cx="7020000" cy="504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Protocolo de elección de un primario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2880000" y="951120"/>
            <a:ext cx="6480000" cy="519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Protocolo de elección de un primario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1"/>
          <a:stretch/>
        </p:blipFill>
        <p:spPr>
          <a:xfrm>
            <a:off x="2762280" y="1065240"/>
            <a:ext cx="6597720" cy="496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Procesos de recuperación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96" name="" descr=""/>
          <p:cNvPicPr/>
          <p:nvPr/>
        </p:nvPicPr>
        <p:blipFill>
          <a:blip r:embed="rId1"/>
          <a:stretch/>
        </p:blipFill>
        <p:spPr>
          <a:xfrm>
            <a:off x="2818800" y="995760"/>
            <a:ext cx="6901200" cy="5032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Procesos de recuperación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1"/>
          <a:stretch/>
        </p:blipFill>
        <p:spPr>
          <a:xfrm>
            <a:off x="2781360" y="951840"/>
            <a:ext cx="6938640" cy="5163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Procesos de recuperación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1"/>
          <a:stretch/>
        </p:blipFill>
        <p:spPr>
          <a:xfrm>
            <a:off x="2581560" y="1080000"/>
            <a:ext cx="7498440" cy="499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Procesos de recuperación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2" name="" descr=""/>
          <p:cNvPicPr/>
          <p:nvPr/>
        </p:nvPicPr>
        <p:blipFill>
          <a:blip r:embed="rId1"/>
          <a:stretch/>
        </p:blipFill>
        <p:spPr>
          <a:xfrm>
            <a:off x="360000" y="1980000"/>
            <a:ext cx="5602320" cy="3048480"/>
          </a:xfrm>
          <a:prstGeom prst="rect">
            <a:avLst/>
          </a:prstGeom>
          <a:ln w="0">
            <a:noFill/>
          </a:ln>
        </p:spPr>
      </p:pic>
      <p:pic>
        <p:nvPicPr>
          <p:cNvPr id="203" name="" descr=""/>
          <p:cNvPicPr/>
          <p:nvPr/>
        </p:nvPicPr>
        <p:blipFill>
          <a:blip r:embed="rId2"/>
          <a:stretch/>
        </p:blipFill>
        <p:spPr>
          <a:xfrm>
            <a:off x="5962320" y="1980000"/>
            <a:ext cx="6138360" cy="30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Procesos de recuperación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180000" y="1800000"/>
            <a:ext cx="5760000" cy="3036600"/>
          </a:xfrm>
          <a:prstGeom prst="rect">
            <a:avLst/>
          </a:prstGeom>
          <a:ln w="0">
            <a:noFill/>
          </a:ln>
        </p:spPr>
      </p:pic>
      <p:pic>
        <p:nvPicPr>
          <p:cNvPr id="206" name="" descr=""/>
          <p:cNvPicPr/>
          <p:nvPr/>
        </p:nvPicPr>
        <p:blipFill>
          <a:blip r:embed="rId2"/>
          <a:stretch/>
        </p:blipFill>
        <p:spPr>
          <a:xfrm>
            <a:off x="6120000" y="1725120"/>
            <a:ext cx="5940000" cy="313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Procesos de recuperación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8" name="" descr=""/>
          <p:cNvPicPr/>
          <p:nvPr/>
        </p:nvPicPr>
        <p:blipFill>
          <a:blip r:embed="rId1"/>
          <a:stretch/>
        </p:blipFill>
        <p:spPr>
          <a:xfrm>
            <a:off x="2209680" y="1260000"/>
            <a:ext cx="8230320" cy="41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Procesos de recuperación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1"/>
          <a:stretch/>
        </p:blipFill>
        <p:spPr>
          <a:xfrm>
            <a:off x="2700000" y="970920"/>
            <a:ext cx="7020000" cy="505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Procesos de recuperación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2" name="" descr=""/>
          <p:cNvPicPr/>
          <p:nvPr/>
        </p:nvPicPr>
        <p:blipFill>
          <a:blip r:embed="rId1"/>
          <a:stretch/>
        </p:blipFill>
        <p:spPr>
          <a:xfrm>
            <a:off x="2646360" y="1080000"/>
            <a:ext cx="7073640" cy="4906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320" cy="53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7320" cy="434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6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29600" cy="181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3396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2025-12-13T12:09:32Z</dcterms:modified>
  <cp:revision>680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