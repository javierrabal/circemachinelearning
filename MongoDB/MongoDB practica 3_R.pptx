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3.jpeg" ContentType="image/jpeg"/>
  <Override PartName="/ppt/media/image15.png" ContentType="image/png"/>
  <Override PartName="/ppt/media/image2.png" ContentType="image/png"/>
  <Override PartName="/ppt/media/image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920" cy="6854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6600" y="5883840"/>
            <a:ext cx="595440" cy="59760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0440" cy="6454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920" cy="685080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5000" cy="3456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8720" y="6582960"/>
            <a:ext cx="595440" cy="59760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1840" cy="2808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080" y="-316440"/>
            <a:ext cx="595440" cy="59760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9160" cy="2399760"/>
            <a:chOff x="504000" y="405720"/>
            <a:chExt cx="5249160" cy="239976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7760" cy="239976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8400" cy="1824840"/>
              <a:chOff x="734760" y="980640"/>
              <a:chExt cx="5018400" cy="182484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4480" cy="528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0400" cy="131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7000" cy="8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el índice espacial a la colección Bikes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Añadir el índice espacial a la colección Bikes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rcRect l="0" t="0" r="0" b="79115"/>
          <a:stretch/>
        </p:blipFill>
        <p:spPr>
          <a:xfrm>
            <a:off x="1277640" y="2340000"/>
            <a:ext cx="9702360" cy="66456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3090600" y="3420000"/>
            <a:ext cx="5877720" cy="12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a menos de un km de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140000" y="1799640"/>
            <a:ext cx="4987080" cy="432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a menos de un km de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476640" y="2459520"/>
            <a:ext cx="6723360" cy="25804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7545240" y="2438280"/>
            <a:ext cx="4334760" cy="278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¿Cuántas bicicletas están a menos de 500 metros de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¿Cuántas bicicletas están a menos de 500 metros de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3955320" y="2340000"/>
            <a:ext cx="4684680" cy="294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¿Cuáles son las 5 bicicletas que están más cerca de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¿Cuáles son las 5 bicicletas que están más cerca de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304520" y="2595240"/>
            <a:ext cx="4335480" cy="244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¿A qué distancia está la bicicleta más cercana a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¿A qué distancia está la bicicleta más cercana a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4500000" y="1800000"/>
            <a:ext cx="3809160" cy="433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¿Cual es la bicicleta disponible más lejana a la estación Delicias de Zaragoza?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¿Cual es la bicicleta disponible más lejana a la estación Delicias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442400" y="1787040"/>
            <a:ext cx="3837600" cy="433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se encuentran entre un kilómetro y medio y 500 metros de la plaza del Pilar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3780000" y="1980000"/>
            <a:ext cx="4934520" cy="417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se encuentran entre un kilómetro y medio y 500 metros de la plaza del Pilar de Zaragoza?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3960000" y="2520000"/>
            <a:ext cx="476640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dentro del polígono?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3240000" y="2022840"/>
            <a:ext cx="6120000" cy="390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6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¿Qué bicicletas están dentro del polígono?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647280" y="2560680"/>
            <a:ext cx="4932720" cy="1759320"/>
          </a:xfrm>
          <a:prstGeom prst="rect">
            <a:avLst/>
          </a:prstGeom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2"/>
          <a:stretch/>
        </p:blipFill>
        <p:spPr>
          <a:xfrm>
            <a:off x="6293880" y="1980000"/>
            <a:ext cx="5226120" cy="336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9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0680" cy="18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2025-12-11T09:30:33Z</dcterms:modified>
  <cp:revision>645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