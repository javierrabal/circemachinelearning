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8.png" ContentType="image/png"/>
  <Override PartName="/ppt/media/image5.png" ContentType="image/png"/>
  <Override PartName="/ppt/media/image9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33.png" ContentType="image/png"/>
  <Override PartName="/ppt/media/image13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0.png" ContentType="image/png"/>
  <Override PartName="/ppt/media/image3.jpeg" ContentType="image/jpeg"/>
  <Override PartName="/ppt/media/image1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</a:t>
            </a:r>
            <a:r>
              <a:rPr b="0" lang="en-US" sz="4400" spc="-1" strike="noStrike">
                <a:latin typeface="Arial"/>
              </a:rPr>
              <a:t>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3480" cy="6840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8040" y="5883840"/>
            <a:ext cx="594000" cy="59616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59000" cy="64404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3480" cy="684936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3560" cy="344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60160" y="6582960"/>
            <a:ext cx="594000" cy="59616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0400" cy="2793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9520" y="-316440"/>
            <a:ext cx="594000" cy="59616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47720" cy="2398320"/>
            <a:chOff x="504000" y="405720"/>
            <a:chExt cx="5247720" cy="239832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6320" cy="239832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16960" cy="1823400"/>
              <a:chOff x="734760" y="980640"/>
              <a:chExt cx="5016960" cy="182340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3040" cy="527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08960" cy="1314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5560" cy="79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Distribuido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2700000" y="1086120"/>
            <a:ext cx="7086240" cy="496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Distribuido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2810880" y="1080000"/>
            <a:ext cx="7269120" cy="504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Distribuido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2880720" y="1075680"/>
            <a:ext cx="6119280" cy="501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Distribuido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2807280" y="1015920"/>
            <a:ext cx="6732720" cy="510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Distribuido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2700000" y="1425600"/>
            <a:ext cx="7560000" cy="415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Sharding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2813760" y="1014840"/>
            <a:ext cx="7086240" cy="511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Sharding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2754720" y="1143360"/>
            <a:ext cx="6785280" cy="490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Sharding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2520000" y="1080000"/>
            <a:ext cx="7291800" cy="500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Clave de particionado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2520000" y="1075680"/>
            <a:ext cx="7200000" cy="490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Clave de particionado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2964240" y="952920"/>
            <a:ext cx="6575760" cy="515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Clave de particionado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700000" y="1440000"/>
            <a:ext cx="7760520" cy="36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Clave de particionado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2752200" y="1067040"/>
            <a:ext cx="7147800" cy="495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Clave de particionado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4140000" y="1000440"/>
            <a:ext cx="6459480" cy="510336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2"/>
          <a:stretch/>
        </p:blipFill>
        <p:spPr>
          <a:xfrm>
            <a:off x="1059480" y="2953080"/>
            <a:ext cx="2180520" cy="64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Clave de particionado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3092040" y="905040"/>
            <a:ext cx="7347960" cy="5214960"/>
          </a:xfrm>
          <a:prstGeom prst="rect">
            <a:avLst/>
          </a:prstGeom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2"/>
          <a:stretch/>
        </p:blipFill>
        <p:spPr>
          <a:xfrm>
            <a:off x="298800" y="3209040"/>
            <a:ext cx="2761200" cy="57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Clave de particionado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3029040" y="1067040"/>
            <a:ext cx="6690960" cy="485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Clave de particionado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2880000" y="985320"/>
            <a:ext cx="6660000" cy="498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Servidor de configuración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2703240" y="1085400"/>
            <a:ext cx="7376760" cy="498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Servidor de configuración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2880000" y="1238760"/>
            <a:ext cx="7020000" cy="474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Servidor de configuración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2845800" y="1260000"/>
            <a:ext cx="6874200" cy="45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Balanceo de carga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2792880" y="1080000"/>
            <a:ext cx="6567120" cy="498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Balanceo de carga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2942640" y="1138680"/>
            <a:ext cx="6957360" cy="495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Balanceo de carga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2700000" y="1046160"/>
            <a:ext cx="6660000" cy="502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Balanceo de carga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2994840" y="1005120"/>
            <a:ext cx="6545160" cy="502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Balanceo de carga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2947320" y="952920"/>
            <a:ext cx="6592680" cy="508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Balanceo de carga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2880000" y="1238400"/>
            <a:ext cx="6809760" cy="48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53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6960" cy="434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5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29240" cy="181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3415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2025-12-13T12:41:24Z</dcterms:modified>
  <cp:revision>686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