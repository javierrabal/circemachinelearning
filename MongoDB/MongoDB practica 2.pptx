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34.png" ContentType="image/png"/>
  <Override PartName="/ppt/media/image4.png" ContentType="image/png"/>
  <Override PartName="/ppt/media/image16.png" ContentType="image/png"/>
  <Override PartName="/ppt/media/image15.png" ContentType="image/png"/>
  <Override PartName="/ppt/media/image20.png" ContentType="image/png"/>
  <Override PartName="/ppt/media/image57.png" ContentType="image/png"/>
  <Override PartName="/ppt/media/image32.png" ContentType="image/png"/>
  <Override PartName="/ppt/media/image14.png" ContentType="image/png"/>
  <Override PartName="/ppt/media/image2.png" ContentType="image/png"/>
  <Override PartName="/ppt/media/image67.png" ContentType="image/png"/>
  <Override PartName="/ppt/media/image30.png" ContentType="image/png"/>
  <Override PartName="/ppt/media/image31.png" ContentType="image/png"/>
  <Override PartName="/ppt/media/image66.png" ContentType="image/png"/>
  <Override PartName="/ppt/media/image28.png" ContentType="image/png"/>
  <Override PartName="/ppt/media/image65.png" ContentType="image/png"/>
  <Override PartName="/ppt/media/image27.png" ContentType="image/png"/>
  <Override PartName="/ppt/media/image64.png" ContentType="image/png"/>
  <Override PartName="/ppt/media/image25.png" ContentType="image/png"/>
  <Override PartName="/ppt/media/image62.png" ContentType="image/png"/>
  <Override PartName="/ppt/media/image63.png" ContentType="image/png"/>
  <Override PartName="/ppt/media/image26.png" ContentType="image/png"/>
  <Override PartName="/ppt/media/image58.png" ContentType="image/png"/>
  <Override PartName="/ppt/media/image21.png" ContentType="image/png"/>
  <Override PartName="/ppt/media/image60.png" ContentType="image/png"/>
  <Override PartName="/ppt/media/image23.png" ContentType="image/png"/>
  <Override PartName="/ppt/media/image24.png" ContentType="image/png"/>
  <Override PartName="/ppt/media/image61.png" ContentType="image/png"/>
  <Override PartName="/ppt/media/image59.png" ContentType="image/png"/>
  <Override PartName="/ppt/media/image22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29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33.png" ContentType="image/png"/>
  <Override PartName="/ppt/media/image40.png" ContentType="image/png"/>
  <Override PartName="/ppt/media/image3.jpeg" ContentType="image/jpe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4920" cy="6854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6600" y="5883840"/>
            <a:ext cx="595440" cy="59760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0440" cy="64548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8.png"/><Relationship Id="rId3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4920" cy="685080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5000" cy="3456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8720" y="6582960"/>
            <a:ext cx="595440" cy="59760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1840" cy="2808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8080" y="-316440"/>
            <a:ext cx="595440" cy="59760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49160" cy="2399760"/>
            <a:chOff x="504000" y="405720"/>
            <a:chExt cx="5249160" cy="239976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7760" cy="239976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18400" cy="1824840"/>
              <a:chOff x="734760" y="980640"/>
              <a:chExt cx="5018400" cy="182484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4480" cy="528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10400" cy="1315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7000" cy="80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5760000" y="1980000"/>
            <a:ext cx="5220000" cy="3160080"/>
          </a:xfrm>
          <a:prstGeom prst="rect">
            <a:avLst/>
          </a:prstGeom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900000" y="1946880"/>
            <a:ext cx="4136760" cy="327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2700000" y="4500000"/>
            <a:ext cx="8789760" cy="152316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2"/>
          <a:stretch/>
        </p:blipFill>
        <p:spPr>
          <a:xfrm>
            <a:off x="5827320" y="396720"/>
            <a:ext cx="3532680" cy="392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4140000" y="2820600"/>
            <a:ext cx="7920000" cy="135000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rcRect l="0" t="0" r="8832" b="0"/>
          <a:stretch/>
        </p:blipFill>
        <p:spPr>
          <a:xfrm>
            <a:off x="244800" y="900000"/>
            <a:ext cx="3715200" cy="527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4384440" y="2824200"/>
            <a:ext cx="7675560" cy="11898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80000" y="1440000"/>
            <a:ext cx="4023720" cy="39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2160000" y="5054040"/>
            <a:ext cx="9018360" cy="106596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1800000" y="1980000"/>
            <a:ext cx="3647160" cy="198000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3"/>
          <a:stretch/>
        </p:blipFill>
        <p:spPr>
          <a:xfrm>
            <a:off x="6480000" y="120240"/>
            <a:ext cx="3666600" cy="473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2340000" y="4860000"/>
            <a:ext cx="9037440" cy="118980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2"/>
          <a:stretch/>
        </p:blipFill>
        <p:spPr>
          <a:xfrm>
            <a:off x="1440000" y="2160000"/>
            <a:ext cx="3897000" cy="146952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3"/>
          <a:stretch/>
        </p:blipFill>
        <p:spPr>
          <a:xfrm>
            <a:off x="6660000" y="463320"/>
            <a:ext cx="3240000" cy="412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2340000" y="4911120"/>
            <a:ext cx="9047160" cy="120888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2"/>
          <a:stretch/>
        </p:blipFill>
        <p:spPr>
          <a:xfrm>
            <a:off x="1303200" y="1800000"/>
            <a:ext cx="3916800" cy="198000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3"/>
          <a:stretch/>
        </p:blipFill>
        <p:spPr>
          <a:xfrm>
            <a:off x="6369480" y="135000"/>
            <a:ext cx="2990520" cy="472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532080" y="4821120"/>
            <a:ext cx="11347920" cy="75888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2"/>
          <a:stretch/>
        </p:blipFill>
        <p:spPr>
          <a:xfrm>
            <a:off x="4140000" y="1306800"/>
            <a:ext cx="4211640" cy="301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2323440" y="4680000"/>
            <a:ext cx="8116560" cy="1260000"/>
          </a:xfrm>
          <a:prstGeom prst="rect">
            <a:avLst/>
          </a:prstGeom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2"/>
          <a:stretch/>
        </p:blipFill>
        <p:spPr>
          <a:xfrm>
            <a:off x="4140000" y="1260000"/>
            <a:ext cx="4051800" cy="319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1786320" y="4860000"/>
            <a:ext cx="10093680" cy="126000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2"/>
          <a:stretch/>
        </p:blipFill>
        <p:spPr>
          <a:xfrm>
            <a:off x="4350240" y="1092600"/>
            <a:ext cx="3929760" cy="358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1800360" y="3531960"/>
            <a:ext cx="8999640" cy="222804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2"/>
          <a:stretch/>
        </p:blipFill>
        <p:spPr>
          <a:xfrm>
            <a:off x="540000" y="1613880"/>
            <a:ext cx="5320080" cy="1626120"/>
          </a:xfrm>
          <a:prstGeom prst="rect">
            <a:avLst/>
          </a:prstGeom>
          <a:ln w="0">
            <a:noFill/>
          </a:ln>
        </p:spPr>
      </p:pic>
      <p:pic>
        <p:nvPicPr>
          <p:cNvPr id="126" name="" descr=""/>
          <p:cNvPicPr/>
          <p:nvPr/>
        </p:nvPicPr>
        <p:blipFill>
          <a:blip r:embed="rId3"/>
          <a:stretch/>
        </p:blipFill>
        <p:spPr>
          <a:xfrm>
            <a:off x="6246000" y="1013760"/>
            <a:ext cx="5100480" cy="222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2321640" y="3930120"/>
            <a:ext cx="9018360" cy="2189880"/>
          </a:xfrm>
          <a:prstGeom prst="rect">
            <a:avLst/>
          </a:prstGeom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2"/>
          <a:stretch/>
        </p:blipFill>
        <p:spPr>
          <a:xfrm>
            <a:off x="720000" y="1980000"/>
            <a:ext cx="4583520" cy="162000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3"/>
          <a:stretch/>
        </p:blipFill>
        <p:spPr>
          <a:xfrm>
            <a:off x="6269040" y="720000"/>
            <a:ext cx="4170960" cy="284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160000" y="3780000"/>
            <a:ext cx="9037440" cy="2161440"/>
          </a:xfrm>
          <a:prstGeom prst="rect">
            <a:avLst/>
          </a:prstGeom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2095920" y="1706040"/>
            <a:ext cx="3844080" cy="1893960"/>
          </a:xfrm>
          <a:prstGeom prst="rect">
            <a:avLst/>
          </a:prstGeom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3"/>
          <a:stretch/>
        </p:blipFill>
        <p:spPr>
          <a:xfrm>
            <a:off x="6300000" y="540000"/>
            <a:ext cx="4228200" cy="304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1080000" y="5040000"/>
            <a:ext cx="10440000" cy="5400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2"/>
          <a:stretch/>
        </p:blipFill>
        <p:spPr>
          <a:xfrm>
            <a:off x="3960000" y="1236240"/>
            <a:ext cx="3780000" cy="362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1980000" y="4680000"/>
            <a:ext cx="9510480" cy="126000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2"/>
          <a:stretch/>
        </p:blipFill>
        <p:spPr>
          <a:xfrm>
            <a:off x="5220000" y="360000"/>
            <a:ext cx="4026960" cy="414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2160000" y="4680000"/>
            <a:ext cx="9056520" cy="121860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962280" y="1980000"/>
            <a:ext cx="4617720" cy="1386000"/>
          </a:xfrm>
          <a:prstGeom prst="rect">
            <a:avLst/>
          </a:prstGeom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6863400" y="941400"/>
            <a:ext cx="3216600" cy="339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2160000" y="4680000"/>
            <a:ext cx="9075600" cy="1342440"/>
          </a:xfrm>
          <a:prstGeom prst="rect">
            <a:avLst/>
          </a:prstGeom>
          <a:ln w="0">
            <a:noFill/>
          </a:ln>
        </p:spPr>
      </p:pic>
      <p:pic>
        <p:nvPicPr>
          <p:cNvPr id="147" name="" descr=""/>
          <p:cNvPicPr/>
          <p:nvPr/>
        </p:nvPicPr>
        <p:blipFill>
          <a:blip r:embed="rId2"/>
          <a:stretch/>
        </p:blipFill>
        <p:spPr>
          <a:xfrm>
            <a:off x="561600" y="2160000"/>
            <a:ext cx="4838400" cy="1440000"/>
          </a:xfrm>
          <a:prstGeom prst="rect">
            <a:avLst/>
          </a:prstGeom>
          <a:ln w="0">
            <a:noFill/>
          </a:ln>
        </p:spPr>
      </p:pic>
      <p:pic>
        <p:nvPicPr>
          <p:cNvPr id="148" name="" descr=""/>
          <p:cNvPicPr/>
          <p:nvPr/>
        </p:nvPicPr>
        <p:blipFill>
          <a:blip r:embed="rId3"/>
          <a:stretch/>
        </p:blipFill>
        <p:spPr>
          <a:xfrm>
            <a:off x="5923440" y="1440000"/>
            <a:ext cx="5236560" cy="275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1800000" y="4293000"/>
            <a:ext cx="9113760" cy="1647000"/>
          </a:xfrm>
          <a:prstGeom prst="rect">
            <a:avLst/>
          </a:prstGeom>
          <a:ln w="0">
            <a:noFill/>
          </a:ln>
        </p:spPr>
      </p:pic>
      <p:pic>
        <p:nvPicPr>
          <p:cNvPr id="151" name="" descr=""/>
          <p:cNvPicPr/>
          <p:nvPr/>
        </p:nvPicPr>
        <p:blipFill>
          <a:blip r:embed="rId2"/>
          <a:stretch/>
        </p:blipFill>
        <p:spPr>
          <a:xfrm>
            <a:off x="180000" y="2160000"/>
            <a:ext cx="4860000" cy="1130400"/>
          </a:xfrm>
          <a:prstGeom prst="rect">
            <a:avLst/>
          </a:prstGeom>
          <a:ln w="0">
            <a:noFill/>
          </a:ln>
        </p:spPr>
      </p:pic>
      <p:pic>
        <p:nvPicPr>
          <p:cNvPr id="152" name="" descr=""/>
          <p:cNvPicPr/>
          <p:nvPr/>
        </p:nvPicPr>
        <p:blipFill>
          <a:blip r:embed="rId3"/>
          <a:stretch/>
        </p:blipFill>
        <p:spPr>
          <a:xfrm>
            <a:off x="5232960" y="1322280"/>
            <a:ext cx="6647040" cy="263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230040" y="4140000"/>
            <a:ext cx="7149960" cy="1440000"/>
          </a:xfrm>
          <a:prstGeom prst="rect">
            <a:avLst/>
          </a:prstGeom>
          <a:ln w="0">
            <a:noFill/>
          </a:ln>
        </p:spPr>
      </p:pic>
      <p:pic>
        <p:nvPicPr>
          <p:cNvPr id="155" name="" descr=""/>
          <p:cNvPicPr/>
          <p:nvPr/>
        </p:nvPicPr>
        <p:blipFill>
          <a:blip r:embed="rId2"/>
          <a:stretch/>
        </p:blipFill>
        <p:spPr>
          <a:xfrm>
            <a:off x="1260000" y="1800000"/>
            <a:ext cx="3894840" cy="1656720"/>
          </a:xfrm>
          <a:prstGeom prst="rect">
            <a:avLst/>
          </a:prstGeom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3"/>
          <a:stretch/>
        </p:blipFill>
        <p:spPr>
          <a:xfrm>
            <a:off x="7575840" y="365040"/>
            <a:ext cx="4304160" cy="561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8" name="" descr=""/>
          <p:cNvPicPr/>
          <p:nvPr/>
        </p:nvPicPr>
        <p:blipFill>
          <a:blip r:embed="rId1"/>
          <a:stretch/>
        </p:blipFill>
        <p:spPr>
          <a:xfrm>
            <a:off x="5940000" y="1620000"/>
            <a:ext cx="5547240" cy="3420000"/>
          </a:xfrm>
          <a:prstGeom prst="rect">
            <a:avLst/>
          </a:prstGeom>
          <a:ln w="0">
            <a:noFill/>
          </a:ln>
        </p:spPr>
      </p:pic>
      <p:pic>
        <p:nvPicPr>
          <p:cNvPr id="159" name="" descr=""/>
          <p:cNvPicPr/>
          <p:nvPr/>
        </p:nvPicPr>
        <p:blipFill>
          <a:blip r:embed="rId2"/>
          <a:stretch/>
        </p:blipFill>
        <p:spPr>
          <a:xfrm>
            <a:off x="720000" y="2160000"/>
            <a:ext cx="4542840" cy="240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1980360" y="4860000"/>
            <a:ext cx="8999640" cy="1208880"/>
          </a:xfrm>
          <a:prstGeom prst="rect">
            <a:avLst/>
          </a:prstGeom>
          <a:ln w="0">
            <a:noFill/>
          </a:ln>
        </p:spPr>
      </p:pic>
      <p:pic>
        <p:nvPicPr>
          <p:cNvPr id="162" name="" descr=""/>
          <p:cNvPicPr/>
          <p:nvPr/>
        </p:nvPicPr>
        <p:blipFill>
          <a:blip r:embed="rId2"/>
          <a:stretch/>
        </p:blipFill>
        <p:spPr>
          <a:xfrm>
            <a:off x="4140000" y="1080000"/>
            <a:ext cx="4439880" cy="36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1"/>
          <a:stretch/>
        </p:blipFill>
        <p:spPr>
          <a:xfrm>
            <a:off x="1472400" y="4680000"/>
            <a:ext cx="9687600" cy="1260000"/>
          </a:xfrm>
          <a:prstGeom prst="rect">
            <a:avLst/>
          </a:prstGeom>
          <a:ln w="0">
            <a:noFill/>
          </a:ln>
        </p:spPr>
      </p:pic>
      <p:pic>
        <p:nvPicPr>
          <p:cNvPr id="165" name="" descr=""/>
          <p:cNvPicPr/>
          <p:nvPr/>
        </p:nvPicPr>
        <p:blipFill>
          <a:blip r:embed="rId2"/>
          <a:stretch/>
        </p:blipFill>
        <p:spPr>
          <a:xfrm>
            <a:off x="1620000" y="1980000"/>
            <a:ext cx="4114440" cy="1620000"/>
          </a:xfrm>
          <a:prstGeom prst="rect">
            <a:avLst/>
          </a:prstGeom>
          <a:ln w="0">
            <a:noFill/>
          </a:ln>
        </p:spPr>
      </p:pic>
      <p:pic>
        <p:nvPicPr>
          <p:cNvPr id="166" name="" descr=""/>
          <p:cNvPicPr/>
          <p:nvPr/>
        </p:nvPicPr>
        <p:blipFill>
          <a:blip r:embed="rId3"/>
          <a:stretch/>
        </p:blipFill>
        <p:spPr>
          <a:xfrm>
            <a:off x="6660000" y="1080000"/>
            <a:ext cx="3532680" cy="321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2932920" y="1047960"/>
            <a:ext cx="6418440" cy="474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1642320" y="1357560"/>
            <a:ext cx="8999640" cy="412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Framework de Agregación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2" name="" descr=""/>
          <p:cNvPicPr/>
          <p:nvPr/>
        </p:nvPicPr>
        <p:blipFill>
          <a:blip r:embed="rId1"/>
          <a:stretch/>
        </p:blipFill>
        <p:spPr>
          <a:xfrm>
            <a:off x="1440000" y="5220000"/>
            <a:ext cx="9075600" cy="1370880"/>
          </a:xfrm>
          <a:prstGeom prst="rect">
            <a:avLst/>
          </a:prstGeom>
          <a:ln w="0">
            <a:noFill/>
          </a:ln>
        </p:spPr>
      </p:pic>
      <p:pic>
        <p:nvPicPr>
          <p:cNvPr id="173" name="" descr=""/>
          <p:cNvPicPr/>
          <p:nvPr/>
        </p:nvPicPr>
        <p:blipFill>
          <a:blip r:embed="rId2"/>
          <a:stretch/>
        </p:blipFill>
        <p:spPr>
          <a:xfrm>
            <a:off x="901440" y="1825560"/>
            <a:ext cx="3598560" cy="1954440"/>
          </a:xfrm>
          <a:prstGeom prst="rect">
            <a:avLst/>
          </a:prstGeom>
          <a:ln w="0">
            <a:noFill/>
          </a:ln>
        </p:spPr>
      </p:pic>
      <p:pic>
        <p:nvPicPr>
          <p:cNvPr id="174" name="" descr=""/>
          <p:cNvPicPr/>
          <p:nvPr/>
        </p:nvPicPr>
        <p:blipFill>
          <a:blip r:embed="rId3"/>
          <a:stretch/>
        </p:blipFill>
        <p:spPr>
          <a:xfrm>
            <a:off x="5662080" y="180000"/>
            <a:ext cx="6037920" cy="48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08400" cy="53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MongoDB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08400" cy="434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8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0680" cy="181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3429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2025-12-04T12:06:59Z</dcterms:modified>
  <cp:revision>666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