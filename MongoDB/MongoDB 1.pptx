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_rels/.rels" ContentType="application/vnd.openxmlformats-package.relationships+xml"/>
  <Override PartName="/customXml/item1.xml" ContentType="application/xml"/>
  <Override PartName="/customXml/itemProps1.xml" ContentType="application/vnd.openxmlformats-officedocument.customXmlProperties+xml"/>
  <Override PartName="/customXml/item2.xml" ContentType="application/xml"/>
  <Override PartName="/customXml/_rels/item3.xml.rels" ContentType="application/vnd.openxmlformats-package.relationships+xml"/>
  <Override PartName="/customXml/_rels/item2.xml.rels" ContentType="application/vnd.openxmlformats-package.relationships+xml"/>
  <Override PartName="/customXml/_rels/item1.xml.rels" ContentType="application/vnd.openxmlformats-package.relationships+xml"/>
  <Override PartName="/customXml/itemProps2.xml" ContentType="application/vnd.openxmlformats-officedocument.customXmlProperties+xml"/>
  <Override PartName="/customXml/item3.xml" ContentType="application/xml"/>
  <Override PartName="/customXml/itemProps3.xml" ContentType="application/vnd.openxmlformats-officedocument.customXmlProperties+xml"/>
  <Override PartName="/ppt/presentation.xml" ContentType="application/vnd.openxmlformats-officedocument.presentationml.presentation.main+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_rels/presentation.xml.rels" ContentType="application/vnd.openxmlformats-package.relationships+xml"/>
  <Override PartName="/ppt/slideLayouts/slideLayout13.xml" ContentType="application/vnd.openxmlformats-officedocument.presentationml.slideLayout+xml"/>
  <Override PartName="/ppt/slideLayouts/slideLayout12.xml" ContentType="application/vnd.openxmlformats-officedocument.presentationml.slideLayout+xml"/>
  <Override PartName="/ppt/slideLayouts/slideLayout11.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_rels/slideLayout22.xml.rels" ContentType="application/vnd.openxmlformats-package.relationships+xml"/>
  <Override PartName="/ppt/slideLayouts/_rels/slideLayout7.xml.rels" ContentType="application/vnd.openxmlformats-package.relationships+xml"/>
  <Override PartName="/ppt/slideLayouts/_rels/slideLayout4.xml.rels" ContentType="application/vnd.openxmlformats-package.relationships+xml"/>
  <Override PartName="/ppt/slideLayouts/_rels/slideLayout17.xml.rels" ContentType="application/vnd.openxmlformats-package.relationships+xml"/>
  <Override PartName="/ppt/slideLayouts/_rels/slideLayout19.xml.rels" ContentType="application/vnd.openxmlformats-package.relationships+xml"/>
  <Override PartName="/ppt/slideLayouts/_rels/slideLayout21.xml.rels" ContentType="application/vnd.openxmlformats-package.relationships+xml"/>
  <Override PartName="/ppt/slideLayouts/_rels/slideLayout6.xml.rels" ContentType="application/vnd.openxmlformats-package.relationships+xml"/>
  <Override PartName="/ppt/slideLayouts/_rels/slideLayout3.xml.rels" ContentType="application/vnd.openxmlformats-package.relationships+xml"/>
  <Override PartName="/ppt/slideLayouts/_rels/slideLayout16.xml.rels" ContentType="application/vnd.openxmlformats-package.relationships+xml"/>
  <Override PartName="/ppt/slideLayouts/_rels/slideLayout18.xml.rels" ContentType="application/vnd.openxmlformats-package.relationships+xml"/>
  <Override PartName="/ppt/slideLayouts/_rels/slideLayout5.xml.rels" ContentType="application/vnd.openxmlformats-package.relationships+xml"/>
  <Override PartName="/ppt/slideLayouts/_rels/slideLayout13.xml.rels" ContentType="application/vnd.openxmlformats-package.relationships+xml"/>
  <Override PartName="/ppt/slideLayouts/_rels/slideLayout12.xml.rels" ContentType="application/vnd.openxmlformats-package.relationships+xml"/>
  <Override PartName="/ppt/slideLayouts/_rels/slideLayout11.xml.rels" ContentType="application/vnd.openxmlformats-package.relationships+xml"/>
  <Override PartName="/ppt/slideLayouts/_rels/slideLayout1.xml.rels" ContentType="application/vnd.openxmlformats-package.relationships+xml"/>
  <Override PartName="/ppt/slideLayouts/_rels/slideLayout14.xml.rels" ContentType="application/vnd.openxmlformats-package.relationships+xml"/>
  <Override PartName="/ppt/slideLayouts/_rels/slideLayout10.xml.rels" ContentType="application/vnd.openxmlformats-package.relationships+xml"/>
  <Override PartName="/ppt/slideLayouts/_rels/slideLayout24.xml.rels" ContentType="application/vnd.openxmlformats-package.relationships+xml"/>
  <Override PartName="/ppt/slideLayouts/_rels/slideLayout9.xml.rels" ContentType="application/vnd.openxmlformats-package.relationships+xml"/>
  <Override PartName="/ppt/slideLayouts/_rels/slideLayout23.xml.rels" ContentType="application/vnd.openxmlformats-package.relationships+xml"/>
  <Override PartName="/ppt/slideLayouts/_rels/slideLayout8.xml.rels" ContentType="application/vnd.openxmlformats-package.relationships+xml"/>
  <Override PartName="/ppt/slideLayouts/_rels/slideLayout15.xml.rels" ContentType="application/vnd.openxmlformats-package.relationships+xml"/>
  <Override PartName="/ppt/slideLayouts/_rels/slideLayout2.xml.rels" ContentType="application/vnd.openxmlformats-package.relationships+xml"/>
  <Override PartName="/ppt/slideLayouts/_rels/slideLayout20.xml.rels" ContentType="application/vnd.openxmlformats-package.relationships+xml"/>
  <Override PartName="/ppt/slideLayouts/slideLayout6.xml" ContentType="application/vnd.openxmlformats-officedocument.presentationml.slideLayout+xml"/>
  <Override PartName="/ppt/slideLayouts/slideLayout24.xml" ContentType="application/vnd.openxmlformats-officedocument.presentationml.slideLayout+xml"/>
  <Override PartName="/ppt/slideLayouts/slideLayout5.xml" ContentType="application/vnd.openxmlformats-officedocument.presentationml.slideLayout+xml"/>
  <Override PartName="/ppt/slideLayouts/slideLayout23.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18.xml" ContentType="application/vnd.openxmlformats-officedocument.presentationml.slideLayout+xml"/>
  <Override PartName="/ppt/slideLayouts/slideLayout3.xml" ContentType="application/vnd.openxmlformats-officedocument.presentationml.slideLayout+xml"/>
  <Override PartName="/ppt/slideLayouts/slideLayout21.xml" ContentType="application/vnd.openxmlformats-officedocument.presentationml.slideLayout+xml"/>
  <Override PartName="/ppt/slideLayouts/slideLayout19.xml" ContentType="application/vnd.openxmlformats-officedocument.presentationml.slideLayout+xml"/>
  <Override PartName="/ppt/slideLayouts/slideLayout4.xml" ContentType="application/vnd.openxmlformats-officedocument.presentationml.slideLayout+xml"/>
  <Override PartName="/ppt/slideLayouts/slideLayout22.xml" ContentType="application/vnd.openxmlformats-officedocument.presentationml.slideLayout+xml"/>
  <Override PartName="/ppt/media/image56.png" ContentType="image/png"/>
  <Override PartName="/ppt/media/image55.png" ContentType="image/png"/>
  <Override PartName="/ppt/media/image54.png" ContentType="image/png"/>
  <Override PartName="/ppt/media/image53.png" ContentType="image/png"/>
  <Override PartName="/ppt/media/image52.png" ContentType="image/png"/>
  <Override PartName="/ppt/media/image51.png" ContentType="image/png"/>
  <Override PartName="/ppt/media/image50.png" ContentType="image/png"/>
  <Override PartName="/ppt/media/image46.png" ContentType="image/png"/>
  <Override PartName="/ppt/media/image45.png" ContentType="image/png"/>
  <Override PartName="/ppt/media/image44.png" ContentType="image/png"/>
  <Override PartName="/ppt/media/image43.png" ContentType="image/png"/>
  <Override PartName="/ppt/media/image42.png" ContentType="image/png"/>
  <Override PartName="/ppt/media/image41.png" ContentType="image/png"/>
  <Override PartName="/ppt/media/image3.jpeg" ContentType="image/jpeg"/>
  <Override PartName="/ppt/media/image40.png" ContentType="image/png"/>
  <Override PartName="/ppt/media/image33.png" ContentType="image/png"/>
  <Override PartName="/ppt/media/image39.png" ContentType="image/png"/>
  <Override PartName="/ppt/media/image9.png" ContentType="image/png"/>
  <Override PartName="/ppt/media/image86.png" ContentType="image/png"/>
  <Override PartName="/ppt/media/image13.png" ContentType="image/png"/>
  <Override PartName="/ppt/media/image1.png" ContentType="image/png"/>
  <Override PartName="/ppt/media/image38.png" ContentType="image/png"/>
  <Override PartName="/ppt/media/image8.png" ContentType="image/png"/>
  <Override PartName="/ppt/media/image85.png" ContentType="image/png"/>
  <Override PartName="/ppt/media/image49.png" ContentType="image/png"/>
  <Override PartName="/ppt/media/image12.png" ContentType="image/png"/>
  <Override PartName="/ppt/media/image37.png" ContentType="image/png"/>
  <Override PartName="/ppt/media/image7.png" ContentType="image/png"/>
  <Override PartName="/ppt/media/image19.png" ContentType="image/png"/>
  <Override PartName="/ppt/media/image84.png" ContentType="image/png"/>
  <Override PartName="/ppt/media/image48.png" ContentType="image/png"/>
  <Override PartName="/ppt/media/image11.png" ContentType="image/png"/>
  <Override PartName="/ppt/media/image36.png" ContentType="image/png"/>
  <Override PartName="/ppt/media/image6.png" ContentType="image/png"/>
  <Override PartName="/ppt/media/image18.png" ContentType="image/png"/>
  <Override PartName="/ppt/media/image83.png" ContentType="image/png"/>
  <Override PartName="/ppt/media/image29.png" ContentType="image/png"/>
  <Override PartName="/ppt/media/image94.png" ContentType="image/png"/>
  <Override PartName="/ppt/media/image47.png" ContentType="image/png"/>
  <Override PartName="/ppt/media/image10.png" ContentType="image/png"/>
  <Override PartName="/ppt/media/image65.png" ContentType="image/png"/>
  <Override PartName="/ppt/media/image66.png" ContentType="image/png"/>
  <Override PartName="/ppt/media/image67.png" ContentType="image/png"/>
  <Override PartName="/ppt/media/image30.png" ContentType="image/png"/>
  <Override PartName="/ppt/media/image68.png" ContentType="image/png"/>
  <Override PartName="/ppt/media/image31.png" ContentType="image/png"/>
  <Override PartName="/ppt/media/image70.png" ContentType="image/png"/>
  <Override PartName="/ppt/media/image69.png" ContentType="image/png"/>
  <Override PartName="/ppt/media/image32.png" ContentType="image/png"/>
  <Override PartName="/ppt/media/image71.png" ContentType="image/png"/>
  <Override PartName="/ppt/media/image72.png" ContentType="image/png"/>
  <Override PartName="/ppt/media/image73.png" ContentType="image/png"/>
  <Override PartName="/ppt/media/image74.png" ContentType="image/png"/>
  <Override PartName="/ppt/media/image64.png" ContentType="image/png"/>
  <Override PartName="/ppt/media/image99.png" ContentType="image/png"/>
  <Override PartName="/ppt/media/image62.png" ContentType="image/png"/>
  <Override PartName="/ppt/media/image87.png" ContentType="image/png"/>
  <Override PartName="/ppt/media/image75.png" ContentType="image/png"/>
  <Override PartName="/ppt/media/image63.png" ContentType="image/png"/>
  <Override PartName="/ppt/media/image98.png" ContentType="image/png"/>
  <Override PartName="/ppt/media/image61.png" ContentType="image/png"/>
  <Override PartName="/ppt/media/image97.png" ContentType="image/png"/>
  <Override PartName="/ppt/media/image60.png" ContentType="image/png"/>
  <Override PartName="/ppt/media/image96.png" ContentType="image/png"/>
  <Override PartName="/ppt/media/image95.png" ContentType="image/png"/>
  <Override PartName="/ppt/media/image89.png" ContentType="image/png"/>
  <Override PartName="/ppt/media/image77.png" ContentType="image/png"/>
  <Override PartName="/ppt/media/image88.png" ContentType="image/png"/>
  <Override PartName="/ppt/media/image76.png" ContentType="image/png"/>
  <Override PartName="/ppt/media/image79.png" ContentType="image/png"/>
  <Override PartName="/ppt/media/image78.png" ContentType="image/png"/>
  <Override PartName="/ppt/media/image91.png" ContentType="image/png"/>
  <Override PartName="/ppt/media/image26.png" ContentType="image/png"/>
  <Override PartName="/ppt/media/image23.png" ContentType="image/png"/>
  <Override PartName="/ppt/media/image22.png" ContentType="image/png"/>
  <Override PartName="/ppt/media/image59.png" ContentType="image/png"/>
  <Override PartName="/ppt/media/image21.png" ContentType="image/png"/>
  <Override PartName="/ppt/media/image58.png" ContentType="image/png"/>
  <Override PartName="/ppt/media/image20.png" ContentType="image/png"/>
  <Override PartName="/ppt/media/image57.png" ContentType="image/png"/>
  <Override PartName="/ppt/media/image24.png" ContentType="image/png"/>
  <Override PartName="/ppt/media/image80.png" ContentType="image/png"/>
  <Override PartName="/ppt/media/image15.png" ContentType="image/png"/>
  <Override PartName="/ppt/media/image90.png" ContentType="image/png"/>
  <Override PartName="/ppt/media/image25.png" ContentType="image/png"/>
  <Override PartName="/ppt/media/image2.png" ContentType="image/png"/>
  <Override PartName="/ppt/media/image14.png" ContentType="image/png"/>
  <Override PartName="/ppt/media/image28.png" ContentType="image/png"/>
  <Override PartName="/ppt/media/image93.png" ContentType="image/png"/>
  <Override PartName="/ppt/media/image92.png" ContentType="image/png"/>
  <Override PartName="/ppt/media/image27.png" ContentType="image/png"/>
  <Override PartName="/ppt/media/image16.png" ContentType="image/png"/>
  <Override PartName="/ppt/media/image81.png" ContentType="image/png"/>
  <Override PartName="/ppt/media/image4.png" ContentType="image/png"/>
  <Override PartName="/ppt/media/image34.png" ContentType="image/png"/>
  <Override PartName="/ppt/media/image17.png" ContentType="image/png"/>
  <Override PartName="/ppt/media/image82.png" ContentType="image/png"/>
  <Override PartName="/ppt/media/image5.png" ContentType="image/png"/>
  <Override PartName="/ppt/media/image35.png" ContentType="image/png"/>
  <Override PartName="/ppt/presProps.xml" ContentType="application/vnd.openxmlformats-officedocument.presentationml.presProps+xml"/>
  <Override PartName="/ppt/slides/slide56.xml" ContentType="application/vnd.openxmlformats-officedocument.presentationml.slide+xml"/>
  <Override PartName="/ppt/slides/slide55.xml" ContentType="application/vnd.openxmlformats-officedocument.presentationml.slide+xml"/>
  <Override PartName="/ppt/slides/slide54.xml" ContentType="application/vnd.openxmlformats-officedocument.presentationml.slide+xml"/>
  <Override PartName="/ppt/slides/slide53.xml" ContentType="application/vnd.openxmlformats-officedocument.presentationml.slide+xml"/>
  <Override PartName="/ppt/slides/slide52.xml" ContentType="application/vnd.openxmlformats-officedocument.presentationml.slide+xml"/>
  <Override PartName="/ppt/slides/slide51.xml" ContentType="application/vnd.openxmlformats-officedocument.presentationml.slide+xml"/>
  <Override PartName="/ppt/slides/slide50.xml" ContentType="application/vnd.openxmlformats-officedocument.presentationml.slide+xml"/>
  <Override PartName="/ppt/slides/slide46.xml" ContentType="application/vnd.openxmlformats-officedocument.presentationml.slide+xml"/>
  <Override PartName="/ppt/slides/slide45.xml" ContentType="application/vnd.openxmlformats-officedocument.presentationml.slide+xml"/>
  <Override PartName="/ppt/slides/slide39.xml" ContentType="application/vnd.openxmlformats-officedocument.presentationml.slide+xml"/>
  <Override PartName="/ppt/slides/slide38.xml" ContentType="application/vnd.openxmlformats-officedocument.presentationml.slide+xml"/>
  <Override PartName="/ppt/slides/slide37.xml" ContentType="application/vnd.openxmlformats-officedocument.presentationml.slide+xml"/>
  <Override PartName="/ppt/slides/slide36.xml" ContentType="application/vnd.openxmlformats-officedocument.presentationml.slide+xml"/>
  <Override PartName="/ppt/slides/slide35.xml" ContentType="application/vnd.openxmlformats-officedocument.presentationml.slide+xml"/>
  <Override PartName="/ppt/slides/slide34.xml" ContentType="application/vnd.openxmlformats-officedocument.presentationml.slide+xml"/>
  <Override PartName="/ppt/slides/slide33.xml" ContentType="application/vnd.openxmlformats-officedocument.presentationml.slide+xml"/>
  <Override PartName="/ppt/slides/slide32.xml" ContentType="application/vnd.openxmlformats-officedocument.presentationml.slide+xml"/>
  <Override PartName="/ppt/slides/slide31.xml" ContentType="application/vnd.openxmlformats-officedocument.presentationml.slide+xml"/>
  <Override PartName="/ppt/slides/slide30.xml" ContentType="application/vnd.openxmlformats-officedocument.presentationml.slide+xml"/>
  <Override PartName="/ppt/slides/_rels/slide41.xml.rels" ContentType="application/vnd.openxmlformats-package.relationships+xml"/>
  <Override PartName="/ppt/slides/_rels/slide6.xml.rels" ContentType="application/vnd.openxmlformats-package.relationships+xml"/>
  <Override PartName="/ppt/slides/_rels/slide18.xml.rels" ContentType="application/vnd.openxmlformats-package.relationships+xml"/>
  <Override PartName="/ppt/slides/_rels/slide22.xml.rels" ContentType="application/vnd.openxmlformats-package.relationships+xml"/>
  <Override PartName="/ppt/slides/_rels/slide83.xml.rels" ContentType="application/vnd.openxmlformats-package.relationships+xml"/>
  <Override PartName="/ppt/slides/_rels/slide79.xml.rels" ContentType="application/vnd.openxmlformats-package.relationships+xml"/>
  <Override PartName="/ppt/slides/_rels/slide30.xml.rels" ContentType="application/vnd.openxmlformats-package.relationships+xml"/>
  <Override PartName="/ppt/slides/_rels/slide42.xml.rels" ContentType="application/vnd.openxmlformats-package.relationships+xml"/>
  <Override PartName="/ppt/slides/_rels/slide7.xml.rels" ContentType="application/vnd.openxmlformats-package.relationships+xml"/>
  <Override PartName="/ppt/slides/_rels/slide1.xml.rels" ContentType="application/vnd.openxmlformats-package.relationships+xml"/>
  <Override PartName="/ppt/slides/_rels/slide85.xml.rels" ContentType="application/vnd.openxmlformats-package.relationships+xml"/>
  <Override PartName="/ppt/slides/_rels/slide32.xml.rels" ContentType="application/vnd.openxmlformats-package.relationships+xml"/>
  <Override PartName="/ppt/slides/_rels/slide57.xml.rels" ContentType="application/vnd.openxmlformats-package.relationships+xml"/>
  <Override PartName="/ppt/slides/_rels/slide61.xml.rels" ContentType="application/vnd.openxmlformats-package.relationships+xml"/>
  <Override PartName="/ppt/slides/_rels/slide20.xml.rels" ContentType="application/vnd.openxmlformats-package.relationships+xml"/>
  <Override PartName="/ppt/slides/_rels/slide16.xml.rels" ContentType="application/vnd.openxmlformats-package.relationships+xml"/>
  <Override PartName="/ppt/slides/_rels/slide19.xml.rels" ContentType="application/vnd.openxmlformats-package.relationships+xml"/>
  <Override PartName="/ppt/slides/_rels/slide23.xml.rels" ContentType="application/vnd.openxmlformats-package.relationships+xml"/>
  <Override PartName="/ppt/slides/_rels/slide84.xml.rels" ContentType="application/vnd.openxmlformats-package.relationships+xml"/>
  <Override PartName="/ppt/slides/_rels/slide31.xml.rels" ContentType="application/vnd.openxmlformats-package.relationships+xml"/>
  <Override PartName="/ppt/slides/_rels/slide71.xml.rels" ContentType="application/vnd.openxmlformats-package.relationships+xml"/>
  <Override PartName="/ppt/slides/_rels/slide67.xml.rels" ContentType="application/vnd.openxmlformats-package.relationships+xml"/>
  <Override PartName="/ppt/slides/_rels/slide77.xml.rels" ContentType="application/vnd.openxmlformats-package.relationships+xml"/>
  <Override PartName="/ppt/slides/_rels/slide15.xml.rels" ContentType="application/vnd.openxmlformats-package.relationships+xml"/>
  <Override PartName="/ppt/slides/_rels/slide24.xml.rels" ContentType="application/vnd.openxmlformats-package.relationships+xml"/>
  <Override PartName="/ppt/slides/_rels/slide8.xml.rels" ContentType="application/vnd.openxmlformats-package.relationships+xml"/>
  <Override PartName="/ppt/slides/_rels/slide43.xml.rels" ContentType="application/vnd.openxmlformats-package.relationships+xml"/>
  <Override PartName="/ppt/slides/_rels/slide27.xml.rels" ContentType="application/vnd.openxmlformats-package.relationships+xml"/>
  <Override PartName="/ppt/slides/_rels/slide2.xml.rels" ContentType="application/vnd.openxmlformats-package.relationships+xml"/>
  <Override PartName="/ppt/slides/_rels/slide36.xml.rels" ContentType="application/vnd.openxmlformats-package.relationships+xml"/>
  <Override PartName="/ppt/slides/_rels/slide55.xml.rels" ContentType="application/vnd.openxmlformats-package.relationships+xml"/>
  <Override PartName="/ppt/slides/_rels/slide64.xml.rels" ContentType="application/vnd.openxmlformats-package.relationships+xml"/>
  <Override PartName="/ppt/slides/_rels/slide5.xml.rels" ContentType="application/vnd.openxmlformats-package.relationships+xml"/>
  <Override PartName="/ppt/slides/_rels/slide40.xml.rels" ContentType="application/vnd.openxmlformats-package.relationships+xml"/>
  <Override PartName="/ppt/slides/_rels/slide48.xml.rels" ContentType="application/vnd.openxmlformats-package.relationships+xml"/>
  <Override PartName="/ppt/slides/_rels/slide28.xml.rels" ContentType="application/vnd.openxmlformats-package.relationships+xml"/>
  <Override PartName="/ppt/slides/_rels/slide9.xml.rels" ContentType="application/vnd.openxmlformats-package.relationships+xml"/>
  <Override PartName="/ppt/slides/_rels/slide44.xml.rels" ContentType="application/vnd.openxmlformats-package.relationships+xml"/>
  <Override PartName="/ppt/slides/_rels/slide37.xml.rels" ContentType="application/vnd.openxmlformats-package.relationships+xml"/>
  <Override PartName="/ppt/slides/_rels/slide3.xml.rels" ContentType="application/vnd.openxmlformats-package.relationships+xml"/>
  <Override PartName="/ppt/slides/_rels/slide12.xml.rels" ContentType="application/vnd.openxmlformats-package.relationships+xml"/>
  <Override PartName="/ppt/slides/_rels/slide13.xml.rels" ContentType="application/vnd.openxmlformats-package.relationships+xml"/>
  <Override PartName="/ppt/slides/_rels/slide54.xml.rels" ContentType="application/vnd.openxmlformats-package.relationships+xml"/>
  <Override PartName="/ppt/slides/_rels/slide63.xml.rels" ContentType="application/vnd.openxmlformats-package.relationships+xml"/>
  <Override PartName="/ppt/slides/_rels/slide70.xml.rels" ContentType="application/vnd.openxmlformats-package.relationships+xml"/>
  <Override PartName="/ppt/slides/_rels/slide47.xml.rels" ContentType="application/vnd.openxmlformats-package.relationships+xml"/>
  <Override PartName="/ppt/slides/_rels/slide4.xml.rels" ContentType="application/vnd.openxmlformats-package.relationships+xml"/>
  <Override PartName="/ppt/slides/_rels/slide35.xml.rels" ContentType="application/vnd.openxmlformats-package.relationships+xml"/>
  <Override PartName="/ppt/slides/_rels/slide51.xml.rels" ContentType="application/vnd.openxmlformats-package.relationships+xml"/>
  <Override PartName="/ppt/slides/_rels/slide53.xml.rels" ContentType="application/vnd.openxmlformats-package.relationships+xml"/>
  <Override PartName="/ppt/slides/_rels/slide62.xml.rels" ContentType="application/vnd.openxmlformats-package.relationships+xml"/>
  <Override PartName="/ppt/slides/_rels/slide46.xml.rels" ContentType="application/vnd.openxmlformats-package.relationships+xml"/>
  <Override PartName="/ppt/slides/_rels/slide49.xml.rels" ContentType="application/vnd.openxmlformats-package.relationships+xml"/>
  <Override PartName="/ppt/slides/_rels/slide34.xml.rels" ContentType="application/vnd.openxmlformats-package.relationships+xml"/>
  <Override PartName="/ppt/slides/_rels/slide50.xml.rels" ContentType="application/vnd.openxmlformats-package.relationships+xml"/>
  <Override PartName="/ppt/slides/_rels/slide52.xml.rels" ContentType="application/vnd.openxmlformats-package.relationships+xml"/>
  <Override PartName="/ppt/slides/_rels/slide76.xml.rels" ContentType="application/vnd.openxmlformats-package.relationships+xml"/>
  <Override PartName="/ppt/slides/_rels/slide14.xml.rels" ContentType="application/vnd.openxmlformats-package.relationships+xml"/>
  <Override PartName="/ppt/slides/_rels/slide33.xml.rels" ContentType="application/vnd.openxmlformats-package.relationships+xml"/>
  <Override PartName="/ppt/slides/_rels/slide29.xml.rels" ContentType="application/vnd.openxmlformats-package.relationships+xml"/>
  <Override PartName="/ppt/slides/_rels/slide45.xml.rels" ContentType="application/vnd.openxmlformats-package.relationships+xml"/>
  <Override PartName="/ppt/slides/_rels/slide38.xml.rels" ContentType="application/vnd.openxmlformats-package.relationships+xml"/>
  <Override PartName="/ppt/slides/_rels/slide39.xml.rels" ContentType="application/vnd.openxmlformats-package.relationships+xml"/>
  <Override PartName="/ppt/slides/_rels/slide65.xml.rels" ContentType="application/vnd.openxmlformats-package.relationships+xml"/>
  <Override PartName="/ppt/slides/_rels/slide74.xml.rels" ContentType="application/vnd.openxmlformats-package.relationships+xml"/>
  <Override PartName="/ppt/slides/_rels/slide58.xml.rels" ContentType="application/vnd.openxmlformats-package.relationships+xml"/>
  <Override PartName="/ppt/slides/_rels/slide81.xml.rels" ContentType="application/vnd.openxmlformats-package.relationships+xml"/>
  <Override PartName="/ppt/slides/_rels/slide66.xml.rels" ContentType="application/vnd.openxmlformats-package.relationships+xml"/>
  <Override PartName="/ppt/slides/_rels/slide56.xml.rels" ContentType="application/vnd.openxmlformats-package.relationships+xml"/>
  <Override PartName="/ppt/slides/_rels/slide60.xml.rels" ContentType="application/vnd.openxmlformats-package.relationships+xml"/>
  <Override PartName="/ppt/slides/_rels/slide75.xml.rels" ContentType="application/vnd.openxmlformats-package.relationships+xml"/>
  <Override PartName="/ppt/slides/_rels/slide82.xml.rels" ContentType="application/vnd.openxmlformats-package.relationships+xml"/>
  <Override PartName="/ppt/slides/_rels/slide10.xml.rels" ContentType="application/vnd.openxmlformats-package.relationships+xml"/>
  <Override PartName="/ppt/slides/_rels/slide59.xml.rels" ContentType="application/vnd.openxmlformats-package.relationships+xml"/>
  <Override PartName="/ppt/slides/_rels/slide68.xml.rels" ContentType="application/vnd.openxmlformats-package.relationships+xml"/>
  <Override PartName="/ppt/slides/_rels/slide72.xml.rels" ContentType="application/vnd.openxmlformats-package.relationships+xml"/>
  <Override PartName="/ppt/slides/_rels/slide78.xml.rels" ContentType="application/vnd.openxmlformats-package.relationships+xml"/>
  <Override PartName="/ppt/slides/_rels/slide26.xml.rels" ContentType="application/vnd.openxmlformats-package.relationships+xml"/>
  <Override PartName="/ppt/slides/_rels/slide21.xml.rels" ContentType="application/vnd.openxmlformats-package.relationships+xml"/>
  <Override PartName="/ppt/slides/_rels/slide17.xml.rels" ContentType="application/vnd.openxmlformats-package.relationships+xml"/>
  <Override PartName="/ppt/slides/_rels/slide11.xml.rels" ContentType="application/vnd.openxmlformats-package.relationships+xml"/>
  <Override PartName="/ppt/slides/_rels/slide69.xml.rels" ContentType="application/vnd.openxmlformats-package.relationships+xml"/>
  <Override PartName="/ppt/slides/_rels/slide73.xml.rels" ContentType="application/vnd.openxmlformats-package.relationships+xml"/>
  <Override PartName="/ppt/slides/_rels/slide80.xml.rels" ContentType="application/vnd.openxmlformats-package.relationships+xml"/>
  <Override PartName="/ppt/slides/_rels/slide25.xml.rels" ContentType="application/vnd.openxmlformats-package.relationships+xml"/>
  <Override PartName="/ppt/slides/slide13.xml" ContentType="application/vnd.openxmlformats-officedocument.presentationml.slide+xml"/>
  <Override PartName="/ppt/slides/slide6.xml" ContentType="application/vnd.openxmlformats-officedocument.presentationml.slide+xml"/>
  <Override PartName="/ppt/slides/slide49.xml" ContentType="application/vnd.openxmlformats-officedocument.presentationml.slide+xml"/>
  <Override PartName="/ppt/slides/slide12.xml" ContentType="application/vnd.openxmlformats-officedocument.presentationml.slide+xml"/>
  <Override PartName="/ppt/slides/slide5.xml" ContentType="application/vnd.openxmlformats-officedocument.presentationml.slide+xml"/>
  <Override PartName="/ppt/slides/slide44.xml" ContentType="application/vnd.openxmlformats-officedocument.presentationml.slide+xml"/>
  <Override PartName="/ppt/slides/slide22.xml" ContentType="application/vnd.openxmlformats-officedocument.presentationml.slide+xml"/>
  <Override PartName="/ppt/slides/slide59.xml" ContentType="application/vnd.openxmlformats-officedocument.presentationml.slide+xml"/>
  <Override PartName="/ppt/slides/slide23.xml" ContentType="application/vnd.openxmlformats-officedocument.presentationml.slide+xml"/>
  <Override PartName="/ppt/slides/slide60.xml" ContentType="application/vnd.openxmlformats-officedocument.presentationml.slide+xml"/>
  <Override PartName="/ppt/slides/slide24.xml" ContentType="application/vnd.openxmlformats-officedocument.presentationml.slide+xml"/>
  <Override PartName="/ppt/slides/slide61.xml" ContentType="application/vnd.openxmlformats-officedocument.presentationml.slide+xml"/>
  <Override PartName="/ppt/slides/slide25.xml" ContentType="application/vnd.openxmlformats-officedocument.presentationml.slide+xml"/>
  <Override PartName="/ppt/slides/slide62.xml" ContentType="application/vnd.openxmlformats-officedocument.presentationml.slide+xml"/>
  <Override PartName="/ppt/slides/slide26.xml" ContentType="application/vnd.openxmlformats-officedocument.presentationml.slide+xml"/>
  <Override PartName="/ppt/slides/slide63.xml" ContentType="application/vnd.openxmlformats-officedocument.presentationml.slide+xml"/>
  <Override PartName="/ppt/slides/slide27.xml" ContentType="application/vnd.openxmlformats-officedocument.presentationml.slide+xml"/>
  <Override PartName="/ppt/slides/slide64.xml" ContentType="application/vnd.openxmlformats-officedocument.presentationml.slide+xml"/>
  <Override PartName="/ppt/slides/slide28.xml" ContentType="application/vnd.openxmlformats-officedocument.presentationml.slide+xml"/>
  <Override PartName="/ppt/slides/slide70.xml" ContentType="application/vnd.openxmlformats-officedocument.presentationml.slide+xml"/>
  <Override PartName="/ppt/slides/slide65.xml" ContentType="application/vnd.openxmlformats-officedocument.presentationml.slide+xml"/>
  <Override PartName="/ppt/slides/slide29.xml" ContentType="application/vnd.openxmlformats-officedocument.presentationml.slide+xml"/>
  <Override PartName="/ppt/slides/slide71.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85.xml" ContentType="application/vnd.openxmlformats-officedocument.presentationml.slide+xml"/>
  <Override PartName="/ppt/slides/slide73.xml" ContentType="application/vnd.openxmlformats-officedocument.presentationml.slide+xml"/>
  <Override PartName="/ppt/slides/slide1.xml" ContentType="application/vnd.openxmlformats-officedocument.presentationml.slide+xml"/>
  <Override PartName="/ppt/slides/slide79.xml" ContentType="application/vnd.openxmlformats-officedocument.presentationml.slide+xml"/>
  <Override PartName="/ppt/slides/slide42.xml" ContentType="application/vnd.openxmlformats-officedocument.presentationml.slide+xml"/>
  <Override PartName="/ppt/slides/slide78.xml" ContentType="application/vnd.openxmlformats-officedocument.presentationml.slide+xml"/>
  <Override PartName="/ppt/slides/slide41.xml" ContentType="application/vnd.openxmlformats-officedocument.presentationml.slide+xml"/>
  <Override PartName="/ppt/slides/slide77.xml" ContentType="application/vnd.openxmlformats-officedocument.presentationml.slide+xml"/>
  <Override PartName="/ppt/slides/slide40.xml" ContentType="application/vnd.openxmlformats-officedocument.presentationml.slide+xml"/>
  <Override PartName="/ppt/slides/slide76.xml" ContentType="application/vnd.openxmlformats-officedocument.presentationml.slide+xml"/>
  <Override PartName="/ppt/slides/slide75.xml" ContentType="application/vnd.openxmlformats-officedocument.presentationml.slide+xml"/>
  <Override PartName="/ppt/slides/slide74.xml" ContentType="application/vnd.openxmlformats-officedocument.presentationml.slide+xml"/>
  <Override PartName="/ppt/slides/slide2.xml" ContentType="application/vnd.openxmlformats-officedocument.presentationml.slide+xml"/>
  <Override PartName="/ppt/slides/slide72.xml" ContentType="application/vnd.openxmlformats-officedocument.presentationml.slide+xml"/>
  <Override PartName="/ppt/slides/slide69.xml" ContentType="application/vnd.openxmlformats-officedocument.presentationml.slide+xml"/>
  <Override PartName="/ppt/slides/slide68.xml" ContentType="application/vnd.openxmlformats-officedocument.presentationml.slide+xml"/>
  <Override PartName="/ppt/slides/slide21.xml" ContentType="application/vnd.openxmlformats-officedocument.presentationml.slide+xml"/>
  <Override PartName="/ppt/slides/slide58.xml" ContentType="application/vnd.openxmlformats-officedocument.presentationml.slide+xml"/>
  <Override PartName="/ppt/slides/slide19.xml" ContentType="application/vnd.openxmlformats-officedocument.presentationml.slide+xml"/>
  <Override PartName="/ppt/slides/slide84.xml" ContentType="application/vnd.openxmlformats-officedocument.presentationml.slide+xml"/>
  <Override PartName="/ppt/slides/slide20.xml" ContentType="application/vnd.openxmlformats-officedocument.presentationml.slide+xml"/>
  <Override PartName="/ppt/slides/slide57.xml" ContentType="application/vnd.openxmlformats-officedocument.presentationml.slide+xml"/>
  <Override PartName="/ppt/slides/slide18.xml" ContentType="application/vnd.openxmlformats-officedocument.presentationml.slide+xml"/>
  <Override PartName="/ppt/slides/slide83.xml" ContentType="application/vnd.openxmlformats-officedocument.presentationml.slide+xml"/>
  <Override PartName="/ppt/slides/slide82.xml" ContentType="application/vnd.openxmlformats-officedocument.presentationml.slide+xml"/>
  <Override PartName="/ppt/slides/slide17.xml" ContentType="application/vnd.openxmlformats-officedocument.presentationml.slide+xml"/>
  <Override PartName="/ppt/slides/slide7.xml" ContentType="application/vnd.openxmlformats-officedocument.presentationml.slide+xml"/>
  <Override PartName="/ppt/slides/slide14.xml" ContentType="application/vnd.openxmlformats-officedocument.presentationml.slide+xml"/>
  <Override PartName="/ppt/slides/slide3.xml" ContentType="application/vnd.openxmlformats-officedocument.presentationml.slide+xml"/>
  <Override PartName="/ppt/slides/slide10.xml" ContentType="application/vnd.openxmlformats-officedocument.presentationml.slide+xml"/>
  <Override PartName="/ppt/slides/slide47.xml" ContentType="application/vnd.openxmlformats-officedocument.presentationml.slide+xml"/>
  <Override PartName="/ppt/slides/slide80.xml" ContentType="application/vnd.openxmlformats-officedocument.presentationml.slide+xml"/>
  <Override PartName="/ppt/slides/slide15.xml" ContentType="application/vnd.openxmlformats-officedocument.presentationml.slide+xml"/>
  <Override PartName="/ppt/slides/slide8.xml" ContentType="application/vnd.openxmlformats-officedocument.presentationml.slide+xml"/>
  <Override PartName="/ppt/slides/slide43.xml" ContentType="application/vnd.openxmlformats-officedocument.presentationml.slide+xml"/>
  <Override PartName="/ppt/slides/slide4.xml" ContentType="application/vnd.openxmlformats-officedocument.presentationml.slide+xml"/>
  <Override PartName="/ppt/slides/slide11.xml" ContentType="application/vnd.openxmlformats-officedocument.presentationml.slide+xml"/>
  <Override PartName="/ppt/slides/slide48.xml" ContentType="application/vnd.openxmlformats-officedocument.presentationml.slide+xml"/>
  <Override PartName="/ppt/slides/slide9.xml" ContentType="application/vnd.openxmlformats-officedocument.presentationml.slide+xml"/>
  <Override PartName="/ppt/slides/slide81.xml" ContentType="application/vnd.openxmlformats-officedocument.presentationml.slide+xml"/>
  <Override PartName="/ppt/slides/slide16.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customXml" Target="../customXml/item1.xml"/><Relationship Id="rId5" Type="http://schemas.openxmlformats.org/officeDocument/2006/relationships/customXml" Target="../customXml/item2.xml"/><Relationship Id="rId6" Type="http://schemas.openxmlformats.org/officeDocument/2006/relationships/customXml" Target="../customXml/item3.xml"/><Relationship Id="rId7"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3" r:id="rId51"/>
    <p:sldId id="304" r:id="rId52"/>
    <p:sldId id="305" r:id="rId53"/>
    <p:sldId id="306" r:id="rId54"/>
    <p:sldId id="307" r:id="rId55"/>
    <p:sldId id="308" r:id="rId56"/>
    <p:sldId id="309" r:id="rId57"/>
    <p:sldId id="310" r:id="rId58"/>
    <p:sldId id="311" r:id="rId59"/>
    <p:sldId id="312" r:id="rId60"/>
    <p:sldId id="313" r:id="rId61"/>
    <p:sldId id="314" r:id="rId62"/>
    <p:sldId id="315" r:id="rId63"/>
    <p:sldId id="316" r:id="rId64"/>
    <p:sldId id="317" r:id="rId65"/>
    <p:sldId id="318" r:id="rId66"/>
    <p:sldId id="319" r:id="rId67"/>
    <p:sldId id="320" r:id="rId68"/>
    <p:sldId id="321" r:id="rId69"/>
    <p:sldId id="322" r:id="rId70"/>
    <p:sldId id="323" r:id="rId71"/>
    <p:sldId id="324" r:id="rId72"/>
    <p:sldId id="325" r:id="rId73"/>
    <p:sldId id="326" r:id="rId74"/>
    <p:sldId id="327" r:id="rId75"/>
    <p:sldId id="328" r:id="rId76"/>
    <p:sldId id="329" r:id="rId77"/>
    <p:sldId id="330" r:id="rId78"/>
    <p:sldId id="331" r:id="rId79"/>
    <p:sldId id="332" r:id="rId80"/>
    <p:sldId id="333" r:id="rId81"/>
    <p:sldId id="334" r:id="rId82"/>
    <p:sldId id="335" r:id="rId83"/>
    <p:sldId id="336" r:id="rId84"/>
    <p:sldId id="337" r:id="rId85"/>
    <p:sldId id="338" r:id="rId86"/>
    <p:sldId id="339" r:id="rId87"/>
    <p:sldId id="340" r:id="rId88"/>
  </p:sldIdLst>
  <p:sldSz cx="12192000" cy="685800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slide" Target="slides/slide35.xml"/><Relationship Id="rId39" Type="http://schemas.openxmlformats.org/officeDocument/2006/relationships/slide" Target="slides/slide36.xml"/><Relationship Id="rId40" Type="http://schemas.openxmlformats.org/officeDocument/2006/relationships/slide" Target="slides/slide37.xml"/><Relationship Id="rId41" Type="http://schemas.openxmlformats.org/officeDocument/2006/relationships/slide" Target="slides/slide38.xml"/><Relationship Id="rId42" Type="http://schemas.openxmlformats.org/officeDocument/2006/relationships/slide" Target="slides/slide39.xml"/><Relationship Id="rId43" Type="http://schemas.openxmlformats.org/officeDocument/2006/relationships/slide" Target="slides/slide40.xml"/><Relationship Id="rId44" Type="http://schemas.openxmlformats.org/officeDocument/2006/relationships/slide" Target="slides/slide41.xml"/><Relationship Id="rId45" Type="http://schemas.openxmlformats.org/officeDocument/2006/relationships/slide" Target="slides/slide42.xml"/><Relationship Id="rId46" Type="http://schemas.openxmlformats.org/officeDocument/2006/relationships/slide" Target="slides/slide43.xml"/><Relationship Id="rId47" Type="http://schemas.openxmlformats.org/officeDocument/2006/relationships/slide" Target="slides/slide44.xml"/><Relationship Id="rId48" Type="http://schemas.openxmlformats.org/officeDocument/2006/relationships/slide" Target="slides/slide45.xml"/><Relationship Id="rId49" Type="http://schemas.openxmlformats.org/officeDocument/2006/relationships/slide" Target="slides/slide46.xml"/><Relationship Id="rId50" Type="http://schemas.openxmlformats.org/officeDocument/2006/relationships/slide" Target="slides/slide47.xml"/><Relationship Id="rId51" Type="http://schemas.openxmlformats.org/officeDocument/2006/relationships/slide" Target="slides/slide48.xml"/><Relationship Id="rId52" Type="http://schemas.openxmlformats.org/officeDocument/2006/relationships/slide" Target="slides/slide49.xml"/><Relationship Id="rId53" Type="http://schemas.openxmlformats.org/officeDocument/2006/relationships/slide" Target="slides/slide50.xml"/><Relationship Id="rId54" Type="http://schemas.openxmlformats.org/officeDocument/2006/relationships/slide" Target="slides/slide51.xml"/><Relationship Id="rId55" Type="http://schemas.openxmlformats.org/officeDocument/2006/relationships/slide" Target="slides/slide52.xml"/><Relationship Id="rId56" Type="http://schemas.openxmlformats.org/officeDocument/2006/relationships/slide" Target="slides/slide53.xml"/><Relationship Id="rId57" Type="http://schemas.openxmlformats.org/officeDocument/2006/relationships/slide" Target="slides/slide54.xml"/><Relationship Id="rId58" Type="http://schemas.openxmlformats.org/officeDocument/2006/relationships/slide" Target="slides/slide55.xml"/><Relationship Id="rId59" Type="http://schemas.openxmlformats.org/officeDocument/2006/relationships/slide" Target="slides/slide56.xml"/><Relationship Id="rId60" Type="http://schemas.openxmlformats.org/officeDocument/2006/relationships/slide" Target="slides/slide57.xml"/><Relationship Id="rId61" Type="http://schemas.openxmlformats.org/officeDocument/2006/relationships/slide" Target="slides/slide58.xml"/><Relationship Id="rId62" Type="http://schemas.openxmlformats.org/officeDocument/2006/relationships/slide" Target="slides/slide59.xml"/><Relationship Id="rId63" Type="http://schemas.openxmlformats.org/officeDocument/2006/relationships/slide" Target="slides/slide60.xml"/><Relationship Id="rId64" Type="http://schemas.openxmlformats.org/officeDocument/2006/relationships/slide" Target="slides/slide61.xml"/><Relationship Id="rId65" Type="http://schemas.openxmlformats.org/officeDocument/2006/relationships/slide" Target="slides/slide62.xml"/><Relationship Id="rId66" Type="http://schemas.openxmlformats.org/officeDocument/2006/relationships/slide" Target="slides/slide63.xml"/><Relationship Id="rId67" Type="http://schemas.openxmlformats.org/officeDocument/2006/relationships/slide" Target="slides/slide64.xml"/><Relationship Id="rId68" Type="http://schemas.openxmlformats.org/officeDocument/2006/relationships/slide" Target="slides/slide65.xml"/><Relationship Id="rId69" Type="http://schemas.openxmlformats.org/officeDocument/2006/relationships/slide" Target="slides/slide66.xml"/><Relationship Id="rId70" Type="http://schemas.openxmlformats.org/officeDocument/2006/relationships/slide" Target="slides/slide67.xml"/><Relationship Id="rId71" Type="http://schemas.openxmlformats.org/officeDocument/2006/relationships/slide" Target="slides/slide68.xml"/><Relationship Id="rId72" Type="http://schemas.openxmlformats.org/officeDocument/2006/relationships/slide" Target="slides/slide69.xml"/><Relationship Id="rId73" Type="http://schemas.openxmlformats.org/officeDocument/2006/relationships/slide" Target="slides/slide70.xml"/><Relationship Id="rId74" Type="http://schemas.openxmlformats.org/officeDocument/2006/relationships/slide" Target="slides/slide71.xml"/><Relationship Id="rId75" Type="http://schemas.openxmlformats.org/officeDocument/2006/relationships/slide" Target="slides/slide72.xml"/><Relationship Id="rId76" Type="http://schemas.openxmlformats.org/officeDocument/2006/relationships/slide" Target="slides/slide73.xml"/><Relationship Id="rId77" Type="http://schemas.openxmlformats.org/officeDocument/2006/relationships/slide" Target="slides/slide74.xml"/><Relationship Id="rId78" Type="http://schemas.openxmlformats.org/officeDocument/2006/relationships/slide" Target="slides/slide75.xml"/><Relationship Id="rId79" Type="http://schemas.openxmlformats.org/officeDocument/2006/relationships/slide" Target="slides/slide76.xml"/><Relationship Id="rId80" Type="http://schemas.openxmlformats.org/officeDocument/2006/relationships/slide" Target="slides/slide77.xml"/><Relationship Id="rId81" Type="http://schemas.openxmlformats.org/officeDocument/2006/relationships/slide" Target="slides/slide78.xml"/><Relationship Id="rId82" Type="http://schemas.openxmlformats.org/officeDocument/2006/relationships/slide" Target="slides/slide79.xml"/><Relationship Id="rId83" Type="http://schemas.openxmlformats.org/officeDocument/2006/relationships/slide" Target="slides/slide80.xml"/><Relationship Id="rId84" Type="http://schemas.openxmlformats.org/officeDocument/2006/relationships/slide" Target="slides/slide81.xml"/><Relationship Id="rId85" Type="http://schemas.openxmlformats.org/officeDocument/2006/relationships/slide" Target="slides/slide82.xml"/><Relationship Id="rId86" Type="http://schemas.openxmlformats.org/officeDocument/2006/relationships/slide" Target="slides/slide83.xml"/><Relationship Id="rId87" Type="http://schemas.openxmlformats.org/officeDocument/2006/relationships/slide" Target="slides/slide84.xml"/><Relationship Id="rId88" Type="http://schemas.openxmlformats.org/officeDocument/2006/relationships/slide" Target="slides/slide85.xml"/><Relationship Id="rId89"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3"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algn="ctr">
              <a:buNone/>
            </a:pPr>
            <a:endParaRPr b="0" lang="en-US" sz="3200" spc="-1" strike="noStrike">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5"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6"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7"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endParaRPr b="0" lang="en-US" sz="3200" spc="-1" strike="noStrike">
              <a:latin typeface="Arial"/>
            </a:endParaRPr>
          </a:p>
        </p:txBody>
      </p:sp>
      <p:sp>
        <p:nvSpPr>
          <p:cNvPr id="8"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9"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0" name="PlaceHolder 1"/>
          <p:cNvSpPr>
            <a:spLocks noGrp="1"/>
          </p:cNvSpPr>
          <p:nvPr>
            <p:ph type="subTitle"/>
          </p:nvPr>
        </p:nvSpPr>
        <p:spPr>
          <a:xfrm>
            <a:off x="609480" y="273600"/>
            <a:ext cx="10972440" cy="5307840"/>
          </a:xfrm>
          <a:prstGeom prst="rect">
            <a:avLst/>
          </a:prstGeom>
          <a:noFill/>
          <a:ln w="0">
            <a:noFill/>
          </a:ln>
        </p:spPr>
        <p:txBody>
          <a:bodyPr lIns="0" rIns="0" tIns="0" bIns="0" anchor="ctr">
            <a:noAutofit/>
          </a:bodyPr>
          <a:p>
            <a:pPr algn="ctr">
              <a:buNone/>
            </a:pPr>
            <a:endParaRPr b="0" lang="en-US" sz="3200" spc="-1" strike="noStrike">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2"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13"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endParaRPr b="0" lang="en-US" sz="3200" spc="-1" strike="noStrike">
              <a:latin typeface="Arial"/>
            </a:endParaRPr>
          </a:p>
        </p:txBody>
      </p:sp>
      <p:sp>
        <p:nvSpPr>
          <p:cNvPr id="14"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6"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endParaRPr b="0" lang="en-US" sz="3200" spc="-1" strike="noStrike">
              <a:latin typeface="Arial"/>
            </a:endParaRPr>
          </a:p>
        </p:txBody>
      </p:sp>
      <p:sp>
        <p:nvSpPr>
          <p:cNvPr id="17"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18" name="PlaceHolder 4"/>
          <p:cNvSpPr>
            <a:spLocks noGrp="1"/>
          </p:cNvSpPr>
          <p:nvPr>
            <p:ph/>
          </p:nvPr>
        </p:nvSpPr>
        <p:spPr>
          <a:xfrm>
            <a:off x="6231960" y="3682080"/>
            <a:ext cx="5354280" cy="189684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20"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21"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22" name="PlaceHolder 4"/>
          <p:cNvSpPr>
            <a:spLocks noGrp="1"/>
          </p:cNvSpPr>
          <p:nvPr>
            <p:ph/>
          </p:nvPr>
        </p:nvSpPr>
        <p:spPr>
          <a:xfrm>
            <a:off x="609480" y="3682080"/>
            <a:ext cx="10972440" cy="189684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24" name="PlaceHolder 2"/>
          <p:cNvSpPr>
            <a:spLocks noGrp="1"/>
          </p:cNvSpPr>
          <p:nvPr>
            <p:ph/>
          </p:nvPr>
        </p:nvSpPr>
        <p:spPr>
          <a:xfrm>
            <a:off x="609480" y="1604520"/>
            <a:ext cx="109724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25" name="PlaceHolder 3"/>
          <p:cNvSpPr>
            <a:spLocks noGrp="1"/>
          </p:cNvSpPr>
          <p:nvPr>
            <p:ph/>
          </p:nvPr>
        </p:nvSpPr>
        <p:spPr>
          <a:xfrm>
            <a:off x="609480" y="3682080"/>
            <a:ext cx="10972440" cy="189684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27"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28"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29"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30" name="PlaceHolder 5"/>
          <p:cNvSpPr>
            <a:spLocks noGrp="1"/>
          </p:cNvSpPr>
          <p:nvPr>
            <p:ph/>
          </p:nvPr>
        </p:nvSpPr>
        <p:spPr>
          <a:xfrm>
            <a:off x="6231960" y="3682080"/>
            <a:ext cx="5354280" cy="189684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32" name="PlaceHolder 2"/>
          <p:cNvSpPr>
            <a:spLocks noGrp="1"/>
          </p:cNvSpPr>
          <p:nvPr>
            <p:ph/>
          </p:nvPr>
        </p:nvSpPr>
        <p:spPr>
          <a:xfrm>
            <a:off x="609480" y="1604520"/>
            <a:ext cx="35330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33" name="PlaceHolder 3"/>
          <p:cNvSpPr>
            <a:spLocks noGrp="1"/>
          </p:cNvSpPr>
          <p:nvPr>
            <p:ph/>
          </p:nvPr>
        </p:nvSpPr>
        <p:spPr>
          <a:xfrm>
            <a:off x="4319640" y="1604520"/>
            <a:ext cx="35330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34" name="PlaceHolder 4"/>
          <p:cNvSpPr>
            <a:spLocks noGrp="1"/>
          </p:cNvSpPr>
          <p:nvPr>
            <p:ph/>
          </p:nvPr>
        </p:nvSpPr>
        <p:spPr>
          <a:xfrm>
            <a:off x="8029800" y="1604520"/>
            <a:ext cx="35330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35" name="PlaceHolder 5"/>
          <p:cNvSpPr>
            <a:spLocks noGrp="1"/>
          </p:cNvSpPr>
          <p:nvPr>
            <p:ph/>
          </p:nvPr>
        </p:nvSpPr>
        <p:spPr>
          <a:xfrm>
            <a:off x="609480" y="3682080"/>
            <a:ext cx="35330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36" name="PlaceHolder 6"/>
          <p:cNvSpPr>
            <a:spLocks noGrp="1"/>
          </p:cNvSpPr>
          <p:nvPr>
            <p:ph/>
          </p:nvPr>
        </p:nvSpPr>
        <p:spPr>
          <a:xfrm>
            <a:off x="4319640" y="3682080"/>
            <a:ext cx="35330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37" name="PlaceHolder 7"/>
          <p:cNvSpPr>
            <a:spLocks noGrp="1"/>
          </p:cNvSpPr>
          <p:nvPr>
            <p:ph/>
          </p:nvPr>
        </p:nvSpPr>
        <p:spPr>
          <a:xfrm>
            <a:off x="8029800" y="3682080"/>
            <a:ext cx="3533040" cy="189684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43"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44"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algn="ctr">
              <a:buNone/>
            </a:pPr>
            <a:endParaRPr b="0" lang="en-US" sz="3200" spc="-1" strike="noStrike">
              <a:latin typeface="Arial"/>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5"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46"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47"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48"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endParaRPr b="0" lang="en-US" sz="3200" spc="-1" strike="noStrike">
              <a:latin typeface="Arial"/>
            </a:endParaRPr>
          </a:p>
        </p:txBody>
      </p:sp>
      <p:sp>
        <p:nvSpPr>
          <p:cNvPr id="49"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50"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51" name="PlaceHolder 1"/>
          <p:cNvSpPr>
            <a:spLocks noGrp="1"/>
          </p:cNvSpPr>
          <p:nvPr>
            <p:ph type="subTitle"/>
          </p:nvPr>
        </p:nvSpPr>
        <p:spPr>
          <a:xfrm>
            <a:off x="609480" y="273600"/>
            <a:ext cx="10972440" cy="5307840"/>
          </a:xfrm>
          <a:prstGeom prst="rect">
            <a:avLst/>
          </a:prstGeom>
          <a:noFill/>
          <a:ln w="0">
            <a:noFill/>
          </a:ln>
        </p:spPr>
        <p:txBody>
          <a:bodyPr lIns="0" rIns="0" tIns="0" bIns="0" anchor="ctr">
            <a:noAutofit/>
          </a:bodyPr>
          <a:p>
            <a:pPr algn="ctr">
              <a:buNone/>
            </a:pPr>
            <a:endParaRPr b="0" lang="en-US" sz="3200" spc="-1" strike="noStrike">
              <a:latin typeface="Arial"/>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52"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53"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54"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endParaRPr b="0" lang="en-US" sz="3200" spc="-1" strike="noStrike">
              <a:latin typeface="Arial"/>
            </a:endParaRPr>
          </a:p>
        </p:txBody>
      </p:sp>
      <p:sp>
        <p:nvSpPr>
          <p:cNvPr id="55"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56"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57"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endParaRPr b="0" lang="en-US" sz="3200" spc="-1" strike="noStrike">
              <a:latin typeface="Arial"/>
            </a:endParaRPr>
          </a:p>
        </p:txBody>
      </p:sp>
      <p:sp>
        <p:nvSpPr>
          <p:cNvPr id="58"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59" name="PlaceHolder 4"/>
          <p:cNvSpPr>
            <a:spLocks noGrp="1"/>
          </p:cNvSpPr>
          <p:nvPr>
            <p:ph/>
          </p:nvPr>
        </p:nvSpPr>
        <p:spPr>
          <a:xfrm>
            <a:off x="6231960" y="3682080"/>
            <a:ext cx="5354280" cy="189684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60"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61"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62"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63" name="PlaceHolder 4"/>
          <p:cNvSpPr>
            <a:spLocks noGrp="1"/>
          </p:cNvSpPr>
          <p:nvPr>
            <p:ph/>
          </p:nvPr>
        </p:nvSpPr>
        <p:spPr>
          <a:xfrm>
            <a:off x="609480" y="3682080"/>
            <a:ext cx="10972440" cy="189684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64"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65" name="PlaceHolder 2"/>
          <p:cNvSpPr>
            <a:spLocks noGrp="1"/>
          </p:cNvSpPr>
          <p:nvPr>
            <p:ph/>
          </p:nvPr>
        </p:nvSpPr>
        <p:spPr>
          <a:xfrm>
            <a:off x="609480" y="1604520"/>
            <a:ext cx="109724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66" name="PlaceHolder 3"/>
          <p:cNvSpPr>
            <a:spLocks noGrp="1"/>
          </p:cNvSpPr>
          <p:nvPr>
            <p:ph/>
          </p:nvPr>
        </p:nvSpPr>
        <p:spPr>
          <a:xfrm>
            <a:off x="609480" y="3682080"/>
            <a:ext cx="10972440" cy="189684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67"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68"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69"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70"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71" name="PlaceHolder 5"/>
          <p:cNvSpPr>
            <a:spLocks noGrp="1"/>
          </p:cNvSpPr>
          <p:nvPr>
            <p:ph/>
          </p:nvPr>
        </p:nvSpPr>
        <p:spPr>
          <a:xfrm>
            <a:off x="6231960" y="3682080"/>
            <a:ext cx="5354280" cy="189684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72"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73" name="PlaceHolder 2"/>
          <p:cNvSpPr>
            <a:spLocks noGrp="1"/>
          </p:cNvSpPr>
          <p:nvPr>
            <p:ph/>
          </p:nvPr>
        </p:nvSpPr>
        <p:spPr>
          <a:xfrm>
            <a:off x="609480" y="1604520"/>
            <a:ext cx="35330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74" name="PlaceHolder 3"/>
          <p:cNvSpPr>
            <a:spLocks noGrp="1"/>
          </p:cNvSpPr>
          <p:nvPr>
            <p:ph/>
          </p:nvPr>
        </p:nvSpPr>
        <p:spPr>
          <a:xfrm>
            <a:off x="4319640" y="1604520"/>
            <a:ext cx="35330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75" name="PlaceHolder 4"/>
          <p:cNvSpPr>
            <a:spLocks noGrp="1"/>
          </p:cNvSpPr>
          <p:nvPr>
            <p:ph/>
          </p:nvPr>
        </p:nvSpPr>
        <p:spPr>
          <a:xfrm>
            <a:off x="8029800" y="1604520"/>
            <a:ext cx="35330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76" name="PlaceHolder 5"/>
          <p:cNvSpPr>
            <a:spLocks noGrp="1"/>
          </p:cNvSpPr>
          <p:nvPr>
            <p:ph/>
          </p:nvPr>
        </p:nvSpPr>
        <p:spPr>
          <a:xfrm>
            <a:off x="609480" y="3682080"/>
            <a:ext cx="35330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77" name="PlaceHolder 6"/>
          <p:cNvSpPr>
            <a:spLocks noGrp="1"/>
          </p:cNvSpPr>
          <p:nvPr>
            <p:ph/>
          </p:nvPr>
        </p:nvSpPr>
        <p:spPr>
          <a:xfrm>
            <a:off x="4319640" y="3682080"/>
            <a:ext cx="35330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78" name="PlaceHolder 7"/>
          <p:cNvSpPr>
            <a:spLocks noGrp="1"/>
          </p:cNvSpPr>
          <p:nvPr>
            <p:ph/>
          </p:nvPr>
        </p:nvSpPr>
        <p:spPr>
          <a:xfrm>
            <a:off x="8029800" y="3682080"/>
            <a:ext cx="3533040" cy="189684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slideLayout" Target="../slideLayouts/slideLayout13.xml"/><Relationship Id="rId5" Type="http://schemas.openxmlformats.org/officeDocument/2006/relationships/slideLayout" Target="../slideLayouts/slideLayout14.xml"/><Relationship Id="rId6" Type="http://schemas.openxmlformats.org/officeDocument/2006/relationships/slideLayout" Target="../slideLayouts/slideLayout15.xml"/><Relationship Id="rId7" Type="http://schemas.openxmlformats.org/officeDocument/2006/relationships/slideLayout" Target="../slideLayouts/slideLayout16.xml"/><Relationship Id="rId8" Type="http://schemas.openxmlformats.org/officeDocument/2006/relationships/slideLayout" Target="../slideLayouts/slideLayout17.xml"/><Relationship Id="rId9" Type="http://schemas.openxmlformats.org/officeDocument/2006/relationships/slideLayout" Target="../slideLayouts/slideLayout18.xml"/><Relationship Id="rId10" Type="http://schemas.openxmlformats.org/officeDocument/2006/relationships/slideLayout" Target="../slideLayouts/slideLayout19.xml"/><Relationship Id="rId11" Type="http://schemas.openxmlformats.org/officeDocument/2006/relationships/slideLayout" Target="../slideLayouts/slideLayout20.xml"/><Relationship Id="rId12" Type="http://schemas.openxmlformats.org/officeDocument/2006/relationships/slideLayout" Target="../slideLayouts/slideLayout21.xml"/><Relationship Id="rId13" Type="http://schemas.openxmlformats.org/officeDocument/2006/relationships/slideLayout" Target="../slideLayouts/slideLayout22.xml"/><Relationship Id="rId14" Type="http://schemas.openxmlformats.org/officeDocument/2006/relationships/slideLayout" Target="../slideLayouts/slideLayout23.xml"/><Relationship Id="rId15" Type="http://schemas.openxmlformats.org/officeDocument/2006/relationships/slideLayout" Target="../slideLayouts/slideLayout24.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r>
              <a:rPr b="0" lang="en-US" sz="4400" spc="-1" strike="noStrike">
                <a:latin typeface="Arial"/>
              </a:rPr>
              <a:t>Pulse para editar el formato del texto de título</a:t>
            </a:r>
            <a:endParaRPr b="0" lang="en-US" sz="4400" spc="-1" strike="noStrike">
              <a:latin typeface="Arial"/>
            </a:endParaRPr>
          </a:p>
        </p:txBody>
      </p:sp>
      <p:sp>
        <p:nvSpPr>
          <p:cNvPr id="1"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latin typeface="Arial"/>
              </a:rPr>
              <a:t>Pulse para editar el formato de texto del esquema</a:t>
            </a:r>
            <a:endParaRPr b="0" lang="en-US" sz="3200" spc="-1" strike="noStrike">
              <a:latin typeface="Arial"/>
            </a:endParaRPr>
          </a:p>
          <a:p>
            <a:pPr lvl="1" marL="864000" indent="-324000">
              <a:spcBef>
                <a:spcPts val="1134"/>
              </a:spcBef>
              <a:buClr>
                <a:srgbClr val="000000"/>
              </a:buClr>
              <a:buSzPct val="75000"/>
              <a:buFont typeface="Symbol" charset="2"/>
              <a:buChar char=""/>
            </a:pPr>
            <a:r>
              <a:rPr b="0" lang="en-US" sz="2800" spc="-1" strike="noStrike">
                <a:latin typeface="Arial"/>
              </a:rPr>
              <a:t>Segundo nivel del esquema</a:t>
            </a:r>
            <a:endParaRPr b="0" lang="en-US" sz="2800" spc="-1" strike="noStrike">
              <a:latin typeface="Arial"/>
            </a:endParaRPr>
          </a:p>
          <a:p>
            <a:pPr lvl="2" marL="1296000" indent="-288000">
              <a:spcBef>
                <a:spcPts val="850"/>
              </a:spcBef>
              <a:buClr>
                <a:srgbClr val="000000"/>
              </a:buClr>
              <a:buSzPct val="45000"/>
              <a:buFont typeface="Wingdings" charset="2"/>
              <a:buChar char=""/>
            </a:pPr>
            <a:r>
              <a:rPr b="0" lang="en-US" sz="2400" spc="-1" strike="noStrike">
                <a:latin typeface="Arial"/>
              </a:rPr>
              <a:t>Tercer nivel del esquema</a:t>
            </a:r>
            <a:endParaRPr b="0" lang="en-US" sz="2400" spc="-1" strike="noStrike">
              <a:latin typeface="Arial"/>
            </a:endParaRPr>
          </a:p>
          <a:p>
            <a:pPr lvl="3" marL="1728000" indent="-216000">
              <a:spcBef>
                <a:spcPts val="567"/>
              </a:spcBef>
              <a:buClr>
                <a:srgbClr val="000000"/>
              </a:buClr>
              <a:buSzPct val="75000"/>
              <a:buFont typeface="Symbol" charset="2"/>
              <a:buChar char=""/>
            </a:pPr>
            <a:r>
              <a:rPr b="0" lang="en-US" sz="2000" spc="-1" strike="noStrike">
                <a:latin typeface="Arial"/>
              </a:rPr>
              <a:t>Cuarto nivel del esquema</a:t>
            </a:r>
            <a:endParaRPr b="0" lang="en-US" sz="2000" spc="-1" strike="noStrike">
              <a:latin typeface="Arial"/>
            </a:endParaRPr>
          </a:p>
          <a:p>
            <a:pPr lvl="4" marL="2160000" indent="-216000">
              <a:spcBef>
                <a:spcPts val="283"/>
              </a:spcBef>
              <a:buClr>
                <a:srgbClr val="000000"/>
              </a:buClr>
              <a:buSzPct val="45000"/>
              <a:buFont typeface="Wingdings" charset="2"/>
              <a:buChar char=""/>
            </a:pPr>
            <a:r>
              <a:rPr b="0" lang="en-US" sz="2000" spc="-1" strike="noStrike">
                <a:latin typeface="Arial"/>
              </a:rPr>
              <a:t>Quinto nivel del esquema</a:t>
            </a:r>
            <a:endParaRPr b="0" lang="en-US" sz="2000" spc="-1" strike="noStrike">
              <a:latin typeface="Arial"/>
            </a:endParaRPr>
          </a:p>
          <a:p>
            <a:pPr lvl="5" marL="2592000" indent="-216000">
              <a:spcBef>
                <a:spcPts val="283"/>
              </a:spcBef>
              <a:buClr>
                <a:srgbClr val="000000"/>
              </a:buClr>
              <a:buSzPct val="45000"/>
              <a:buFont typeface="Wingdings" charset="2"/>
              <a:buChar char=""/>
            </a:pPr>
            <a:r>
              <a:rPr b="0" lang="en-US" sz="2000" spc="-1" strike="noStrike">
                <a:latin typeface="Arial"/>
              </a:rPr>
              <a:t>Sexto nivel del esquema</a:t>
            </a:r>
            <a:endParaRPr b="0" lang="en-US" sz="2000" spc="-1" strike="noStrike">
              <a:latin typeface="Arial"/>
            </a:endParaRPr>
          </a:p>
          <a:p>
            <a:pPr lvl="6" marL="3024000" indent="-216000">
              <a:spcBef>
                <a:spcPts val="283"/>
              </a:spcBef>
              <a:buClr>
                <a:srgbClr val="000000"/>
              </a:buClr>
              <a:buSzPct val="45000"/>
              <a:buFont typeface="Wingdings" charset="2"/>
              <a:buChar char=""/>
            </a:pPr>
            <a:r>
              <a:rPr b="0" lang="en-US" sz="2000" spc="-1" strike="noStrike">
                <a:latin typeface="Arial"/>
              </a:rPr>
              <a:t>Séptimo nivel del esquema</a:t>
            </a:r>
            <a:endParaRPr b="0" lang="en-US"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8" name="6 Rectángulo"/>
          <p:cNvSpPr/>
          <p:nvPr/>
        </p:nvSpPr>
        <p:spPr>
          <a:xfrm>
            <a:off x="0" y="6179400"/>
            <a:ext cx="12186360" cy="686880"/>
          </a:xfrm>
          <a:prstGeom prst="rect">
            <a:avLst/>
          </a:prstGeom>
          <a:solidFill>
            <a:srgbClr val="003594"/>
          </a:solidFill>
          <a:ln>
            <a:noFill/>
          </a:ln>
        </p:spPr>
        <p:style>
          <a:lnRef idx="2">
            <a:schemeClr val="accent1">
              <a:shade val="50000"/>
            </a:schemeClr>
          </a:lnRef>
          <a:fillRef idx="1">
            <a:schemeClr val="accent1"/>
          </a:fillRef>
          <a:effectRef idx="0">
            <a:schemeClr val="accent1"/>
          </a:effectRef>
          <a:fontRef idx="minor"/>
        </p:style>
      </p:sp>
      <p:pic>
        <p:nvPicPr>
          <p:cNvPr id="39" name="Picture 4" descr="http://www.ceste.es/wp-content/uploads/2016/06/CESTE-Diamante.png"/>
          <p:cNvPicPr/>
          <p:nvPr/>
        </p:nvPicPr>
        <p:blipFill>
          <a:blip r:embed="rId2"/>
          <a:stretch/>
        </p:blipFill>
        <p:spPr>
          <a:xfrm flipH="1">
            <a:off x="1685160" y="5883840"/>
            <a:ext cx="596880" cy="599040"/>
          </a:xfrm>
          <a:prstGeom prst="rect">
            <a:avLst/>
          </a:prstGeom>
          <a:ln w="0">
            <a:noFill/>
          </a:ln>
        </p:spPr>
      </p:pic>
      <p:pic>
        <p:nvPicPr>
          <p:cNvPr id="40" name="8 Imagen" descr="CESTE blanco estrella roja sin coletilla.png"/>
          <p:cNvPicPr/>
          <p:nvPr/>
        </p:nvPicPr>
        <p:blipFill>
          <a:blip r:embed="rId3"/>
          <a:stretch/>
        </p:blipFill>
        <p:spPr>
          <a:xfrm>
            <a:off x="9936360" y="6184800"/>
            <a:ext cx="1361880" cy="646920"/>
          </a:xfrm>
          <a:prstGeom prst="rect">
            <a:avLst/>
          </a:prstGeom>
          <a:ln w="0">
            <a:noFill/>
          </a:ln>
        </p:spPr>
      </p:pic>
      <p:sp>
        <p:nvSpPr>
          <p:cNvPr id="41"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r>
              <a:rPr b="0" lang="en-US" sz="4400" spc="-1" strike="noStrike">
                <a:latin typeface="Arial"/>
              </a:rPr>
              <a:t>Pulse para editar el formato del texto de título</a:t>
            </a:r>
            <a:endParaRPr b="0" lang="en-US" sz="4400" spc="-1" strike="noStrike">
              <a:latin typeface="Arial"/>
            </a:endParaRPr>
          </a:p>
        </p:txBody>
      </p:sp>
      <p:sp>
        <p:nvSpPr>
          <p:cNvPr id="42"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latin typeface="Arial"/>
              </a:rPr>
              <a:t>Pulse para editar el formato de texto del esquema</a:t>
            </a:r>
            <a:endParaRPr b="0" lang="en-US" sz="3200" spc="-1" strike="noStrike">
              <a:latin typeface="Arial"/>
            </a:endParaRPr>
          </a:p>
          <a:p>
            <a:pPr lvl="1" marL="864000" indent="-324000">
              <a:spcBef>
                <a:spcPts val="1134"/>
              </a:spcBef>
              <a:buClr>
                <a:srgbClr val="000000"/>
              </a:buClr>
              <a:buSzPct val="75000"/>
              <a:buFont typeface="Symbol" charset="2"/>
              <a:buChar char=""/>
            </a:pPr>
            <a:r>
              <a:rPr b="0" lang="en-US" sz="2800" spc="-1" strike="noStrike">
                <a:latin typeface="Arial"/>
              </a:rPr>
              <a:t>Segundo nivel del esquema</a:t>
            </a:r>
            <a:endParaRPr b="0" lang="en-US" sz="2800" spc="-1" strike="noStrike">
              <a:latin typeface="Arial"/>
            </a:endParaRPr>
          </a:p>
          <a:p>
            <a:pPr lvl="2" marL="1296000" indent="-288000">
              <a:spcBef>
                <a:spcPts val="850"/>
              </a:spcBef>
              <a:buClr>
                <a:srgbClr val="000000"/>
              </a:buClr>
              <a:buSzPct val="45000"/>
              <a:buFont typeface="Wingdings" charset="2"/>
              <a:buChar char=""/>
            </a:pPr>
            <a:r>
              <a:rPr b="0" lang="en-US" sz="2400" spc="-1" strike="noStrike">
                <a:latin typeface="Arial"/>
              </a:rPr>
              <a:t>Tercer nivel del esquema</a:t>
            </a:r>
            <a:endParaRPr b="0" lang="en-US" sz="2400" spc="-1" strike="noStrike">
              <a:latin typeface="Arial"/>
            </a:endParaRPr>
          </a:p>
          <a:p>
            <a:pPr lvl="3" marL="1728000" indent="-216000">
              <a:spcBef>
                <a:spcPts val="567"/>
              </a:spcBef>
              <a:buClr>
                <a:srgbClr val="000000"/>
              </a:buClr>
              <a:buSzPct val="75000"/>
              <a:buFont typeface="Symbol" charset="2"/>
              <a:buChar char=""/>
            </a:pPr>
            <a:r>
              <a:rPr b="0" lang="en-US" sz="2000" spc="-1" strike="noStrike">
                <a:latin typeface="Arial"/>
              </a:rPr>
              <a:t>Cuarto nivel del esquema</a:t>
            </a:r>
            <a:endParaRPr b="0" lang="en-US" sz="2000" spc="-1" strike="noStrike">
              <a:latin typeface="Arial"/>
            </a:endParaRPr>
          </a:p>
          <a:p>
            <a:pPr lvl="4" marL="2160000" indent="-216000">
              <a:spcBef>
                <a:spcPts val="283"/>
              </a:spcBef>
              <a:buClr>
                <a:srgbClr val="000000"/>
              </a:buClr>
              <a:buSzPct val="45000"/>
              <a:buFont typeface="Wingdings" charset="2"/>
              <a:buChar char=""/>
            </a:pPr>
            <a:r>
              <a:rPr b="0" lang="en-US" sz="2000" spc="-1" strike="noStrike">
                <a:latin typeface="Arial"/>
              </a:rPr>
              <a:t>Quinto nivel del esquema</a:t>
            </a:r>
            <a:endParaRPr b="0" lang="en-US" sz="2000" spc="-1" strike="noStrike">
              <a:latin typeface="Arial"/>
            </a:endParaRPr>
          </a:p>
          <a:p>
            <a:pPr lvl="5" marL="2592000" indent="-216000">
              <a:spcBef>
                <a:spcPts val="283"/>
              </a:spcBef>
              <a:buClr>
                <a:srgbClr val="000000"/>
              </a:buClr>
              <a:buSzPct val="45000"/>
              <a:buFont typeface="Wingdings" charset="2"/>
              <a:buChar char=""/>
            </a:pPr>
            <a:r>
              <a:rPr b="0" lang="en-US" sz="2000" spc="-1" strike="noStrike">
                <a:latin typeface="Arial"/>
              </a:rPr>
              <a:t>Sexto nivel del esquema</a:t>
            </a:r>
            <a:endParaRPr b="0" lang="en-US" sz="2000" spc="-1" strike="noStrike">
              <a:latin typeface="Arial"/>
            </a:endParaRPr>
          </a:p>
          <a:p>
            <a:pPr lvl="6" marL="3024000" indent="-216000">
              <a:spcBef>
                <a:spcPts val="283"/>
              </a:spcBef>
              <a:buClr>
                <a:srgbClr val="000000"/>
              </a:buClr>
              <a:buSzPct val="45000"/>
              <a:buFont typeface="Wingdings" charset="2"/>
              <a:buChar char=""/>
            </a:pPr>
            <a:r>
              <a:rPr b="0" lang="en-US" sz="2000" spc="-1" strike="noStrike">
                <a:latin typeface="Arial"/>
              </a:rPr>
              <a:t>Séptimo nivel del esquema</a:t>
            </a:r>
            <a:endParaRPr b="0" lang="en-US"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Lst>
</p:sldMaster>
</file>

<file path=ppt/slides/_rels/slide1.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3.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13.xml"/>
</Relationships>
</file>

<file path=ppt/slides/_rels/slide4.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13.xml"/>
</Relationships>
</file>

<file path=ppt/slides/_rels/slide5.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13.xml"/>
</Relationships>
</file>

<file path=ppt/slides/_rels/slide6.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13.xml"/>
</Relationships>
</file>

<file path=ppt/slides/_rels/slide7.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3.xml"/>
</Relationships>
</file>

<file path=ppt/slides/_rels/slide8.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13.xml"/>
</Relationships>
</file>

<file path=ppt/slides/_rels/slide9.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13.xml"/>
</Relationships>
</file>

<file path=ppt/slides/_rels/slide10.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slideLayout" Target="../slideLayouts/slideLayout13.xml"/>
</Relationships>
</file>

<file path=ppt/slides/_rels/slide11.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slideLayout" Target="../slideLayouts/slideLayout13.xml"/>
</Relationships>
</file>

<file path=ppt/slides/_rels/slide12.xml.rels><?xml version="1.0" encoding="UTF-8"?>
<Relationships xmlns="http://schemas.openxmlformats.org/package/2006/relationships"><Relationship Id="rId1" Type="http://schemas.openxmlformats.org/officeDocument/2006/relationships/image" Target="../media/image16.png"/><Relationship Id="rId2" Type="http://schemas.openxmlformats.org/officeDocument/2006/relationships/slideLayout" Target="../slideLayouts/slideLayout13.xml"/>
</Relationships>
</file>

<file path=ppt/slides/_rels/slide13.xml.rels><?xml version="1.0" encoding="UTF-8"?>
<Relationships xmlns="http://schemas.openxmlformats.org/package/2006/relationships"><Relationship Id="rId1" Type="http://schemas.openxmlformats.org/officeDocument/2006/relationships/image" Target="../media/image17.png"/><Relationship Id="rId2" Type="http://schemas.openxmlformats.org/officeDocument/2006/relationships/slideLayout" Target="../slideLayouts/slideLayout13.xml"/>
</Relationships>
</file>

<file path=ppt/slides/_rels/slide14.xml.rels><?xml version="1.0" encoding="UTF-8"?>
<Relationships xmlns="http://schemas.openxmlformats.org/package/2006/relationships"><Relationship Id="rId1" Type="http://schemas.openxmlformats.org/officeDocument/2006/relationships/image" Target="../media/image18.png"/><Relationship Id="rId2" Type="http://schemas.openxmlformats.org/officeDocument/2006/relationships/slideLayout" Target="../slideLayouts/slideLayout13.xml"/>
</Relationships>
</file>

<file path=ppt/slides/_rels/slide15.xml.rels><?xml version="1.0" encoding="UTF-8"?>
<Relationships xmlns="http://schemas.openxmlformats.org/package/2006/relationships"><Relationship Id="rId1" Type="http://schemas.openxmlformats.org/officeDocument/2006/relationships/image" Target="../media/image19.png"/><Relationship Id="rId2" Type="http://schemas.openxmlformats.org/officeDocument/2006/relationships/slideLayout" Target="../slideLayouts/slideLayout13.xml"/>
</Relationships>
</file>

<file path=ppt/slides/_rels/slide16.xml.rels><?xml version="1.0" encoding="UTF-8"?>
<Relationships xmlns="http://schemas.openxmlformats.org/package/2006/relationships"><Relationship Id="rId1" Type="http://schemas.openxmlformats.org/officeDocument/2006/relationships/image" Target="../media/image20.png"/><Relationship Id="rId2" Type="http://schemas.openxmlformats.org/officeDocument/2006/relationships/slideLayout" Target="../slideLayouts/slideLayout13.xml"/>
</Relationships>
</file>

<file path=ppt/slides/_rels/slide17.xml.rels><?xml version="1.0" encoding="UTF-8"?>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3.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20.xml.rels><?xml version="1.0" encoding="UTF-8"?>
<Relationships xmlns="http://schemas.openxmlformats.org/package/2006/relationships"><Relationship Id="rId1" Type="http://schemas.openxmlformats.org/officeDocument/2006/relationships/image" Target="../media/image22.png"/><Relationship Id="rId2" Type="http://schemas.openxmlformats.org/officeDocument/2006/relationships/slideLayout" Target="../slideLayouts/slideLayout13.xml"/>
</Relationships>
</file>

<file path=ppt/slides/_rels/slide21.xml.rels><?xml version="1.0" encoding="UTF-8"?>
<Relationships xmlns="http://schemas.openxmlformats.org/package/2006/relationships"><Relationship Id="rId1" Type="http://schemas.openxmlformats.org/officeDocument/2006/relationships/image" Target="../media/image23.png"/><Relationship Id="rId2" Type="http://schemas.openxmlformats.org/officeDocument/2006/relationships/slideLayout" Target="../slideLayouts/slideLayout13.xml"/>
</Relationships>
</file>

<file path=ppt/slides/_rels/slide22.xml.rels><?xml version="1.0" encoding="UTF-8"?>
<Relationships xmlns="http://schemas.openxmlformats.org/package/2006/relationships"><Relationship Id="rId1" Type="http://schemas.openxmlformats.org/officeDocument/2006/relationships/image" Target="../media/image24.png"/><Relationship Id="rId2" Type="http://schemas.openxmlformats.org/officeDocument/2006/relationships/image" Target="../media/image25.png"/><Relationship Id="rId3" Type="http://schemas.openxmlformats.org/officeDocument/2006/relationships/slideLayout" Target="../slideLayouts/slideLayout13.xml"/>
</Relationships>
</file>

<file path=ppt/slides/_rels/slide23.xml.rels><?xml version="1.0" encoding="UTF-8"?>
<Relationships xmlns="http://schemas.openxmlformats.org/package/2006/relationships"><Relationship Id="rId1" Type="http://schemas.openxmlformats.org/officeDocument/2006/relationships/image" Target="../media/image26.png"/><Relationship Id="rId2" Type="http://schemas.openxmlformats.org/officeDocument/2006/relationships/slideLayout" Target="../slideLayouts/slideLayout13.xml"/>
</Relationships>
</file>

<file path=ppt/slides/_rels/slide24.xml.rels><?xml version="1.0" encoding="UTF-8"?>
<Relationships xmlns="http://schemas.openxmlformats.org/package/2006/relationships"><Relationship Id="rId1" Type="http://schemas.openxmlformats.org/officeDocument/2006/relationships/image" Target="../media/image27.png"/><Relationship Id="rId2" Type="http://schemas.openxmlformats.org/officeDocument/2006/relationships/slideLayout" Target="../slideLayouts/slideLayout13.xml"/>
</Relationships>
</file>

<file path=ppt/slides/_rels/slide25.xml.rels><?xml version="1.0" encoding="UTF-8"?>
<Relationships xmlns="http://schemas.openxmlformats.org/package/2006/relationships"><Relationship Id="rId1" Type="http://schemas.openxmlformats.org/officeDocument/2006/relationships/image" Target="../media/image28.png"/><Relationship Id="rId2" Type="http://schemas.openxmlformats.org/officeDocument/2006/relationships/slideLayout" Target="../slideLayouts/slideLayout13.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27.xml.rels><?xml version="1.0" encoding="UTF-8"?>
<Relationships xmlns="http://schemas.openxmlformats.org/package/2006/relationships"><Relationship Id="rId1" Type="http://schemas.openxmlformats.org/officeDocument/2006/relationships/image" Target="../media/image29.png"/><Relationship Id="rId2" Type="http://schemas.openxmlformats.org/officeDocument/2006/relationships/slideLayout" Target="../slideLayouts/slideLayout13.xml"/>
</Relationships>
</file>

<file path=ppt/slides/_rels/slide28.xml.rels><?xml version="1.0" encoding="UTF-8"?>
<Relationships xmlns="http://schemas.openxmlformats.org/package/2006/relationships"><Relationship Id="rId1" Type="http://schemas.openxmlformats.org/officeDocument/2006/relationships/image" Target="../media/image30.png"/><Relationship Id="rId2" Type="http://schemas.openxmlformats.org/officeDocument/2006/relationships/image" Target="../media/image31.png"/><Relationship Id="rId3" Type="http://schemas.openxmlformats.org/officeDocument/2006/relationships/slideLayout" Target="../slideLayouts/slideLayout13.xml"/>
</Relationships>
</file>

<file path=ppt/slides/_rels/slide29.xml.rels><?xml version="1.0" encoding="UTF-8"?>
<Relationships xmlns="http://schemas.openxmlformats.org/package/2006/relationships"><Relationship Id="rId1" Type="http://schemas.openxmlformats.org/officeDocument/2006/relationships/image" Target="../media/image32.png"/><Relationship Id="rId2" Type="http://schemas.openxmlformats.org/officeDocument/2006/relationships/slideLayout" Target="../slideLayouts/slideLayout13.xml"/>
</Relationships>
</file>

<file path=ppt/slides/_rels/slide30.xml.rels><?xml version="1.0" encoding="UTF-8"?>
<Relationships xmlns="http://schemas.openxmlformats.org/package/2006/relationships"><Relationship Id="rId1" Type="http://schemas.openxmlformats.org/officeDocument/2006/relationships/image" Target="../media/image33.png"/><Relationship Id="rId2" Type="http://schemas.openxmlformats.org/officeDocument/2006/relationships/slideLayout" Target="../slideLayouts/slideLayout13.xml"/>
</Relationships>
</file>

<file path=ppt/slides/_rels/slide31.xml.rels><?xml version="1.0" encoding="UTF-8"?>
<Relationships xmlns="http://schemas.openxmlformats.org/package/2006/relationships"><Relationship Id="rId1" Type="http://schemas.openxmlformats.org/officeDocument/2006/relationships/image" Target="../media/image34.png"/><Relationship Id="rId2" Type="http://schemas.openxmlformats.org/officeDocument/2006/relationships/slideLayout" Target="../slideLayouts/slideLayout13.xml"/>
</Relationships>
</file>

<file path=ppt/slides/_rels/slide32.xml.rels><?xml version="1.0" encoding="UTF-8"?>
<Relationships xmlns="http://schemas.openxmlformats.org/package/2006/relationships"><Relationship Id="rId1" Type="http://schemas.openxmlformats.org/officeDocument/2006/relationships/image" Target="../media/image35.png"/><Relationship Id="rId2" Type="http://schemas.openxmlformats.org/officeDocument/2006/relationships/slideLayout" Target="../slideLayouts/slideLayout13.xml"/>
</Relationships>
</file>

<file path=ppt/slides/_rels/slide33.xml.rels><?xml version="1.0" encoding="UTF-8"?>
<Relationships xmlns="http://schemas.openxmlformats.org/package/2006/relationships"><Relationship Id="rId1" Type="http://schemas.openxmlformats.org/officeDocument/2006/relationships/image" Target="../media/image36.png"/><Relationship Id="rId2" Type="http://schemas.openxmlformats.org/officeDocument/2006/relationships/slideLayout" Target="../slideLayouts/slideLayout13.xml"/>
</Relationships>
</file>

<file path=ppt/slides/_rels/slide34.xml.rels><?xml version="1.0" encoding="UTF-8"?>
<Relationships xmlns="http://schemas.openxmlformats.org/package/2006/relationships"><Relationship Id="rId1" Type="http://schemas.openxmlformats.org/officeDocument/2006/relationships/image" Target="../media/image37.png"/><Relationship Id="rId2" Type="http://schemas.openxmlformats.org/officeDocument/2006/relationships/slideLayout" Target="../slideLayouts/slideLayout13.xml"/>
</Relationships>
</file>

<file path=ppt/slides/_rels/slide35.xml.rels><?xml version="1.0" encoding="UTF-8"?>
<Relationships xmlns="http://schemas.openxmlformats.org/package/2006/relationships"><Relationship Id="rId1" Type="http://schemas.openxmlformats.org/officeDocument/2006/relationships/image" Target="../media/image38.png"/><Relationship Id="rId2" Type="http://schemas.openxmlformats.org/officeDocument/2006/relationships/slideLayout" Target="../slideLayouts/slideLayout13.xml"/>
</Relationships>
</file>

<file path=ppt/slides/_rels/slide36.xml.rels><?xml version="1.0" encoding="UTF-8"?>
<Relationships xmlns="http://schemas.openxmlformats.org/package/2006/relationships"><Relationship Id="rId1" Type="http://schemas.openxmlformats.org/officeDocument/2006/relationships/image" Target="../media/image39.png"/><Relationship Id="rId2" Type="http://schemas.openxmlformats.org/officeDocument/2006/relationships/slideLayout" Target="../slideLayouts/slideLayout13.xml"/>
</Relationships>
</file>

<file path=ppt/slides/_rels/slide37.xml.rels><?xml version="1.0" encoding="UTF-8"?>
<Relationships xmlns="http://schemas.openxmlformats.org/package/2006/relationships"><Relationship Id="rId1" Type="http://schemas.openxmlformats.org/officeDocument/2006/relationships/image" Target="../media/image40.png"/><Relationship Id="rId2" Type="http://schemas.openxmlformats.org/officeDocument/2006/relationships/slideLayout" Target="../slideLayouts/slideLayout13.xml"/>
</Relationships>
</file>

<file path=ppt/slides/_rels/slide38.xml.rels><?xml version="1.0" encoding="UTF-8"?>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3.xml"/>
</Relationships>
</file>

<file path=ppt/slides/_rels/slide39.xml.rels><?xml version="1.0" encoding="UTF-8"?>
<Relationships xmlns="http://schemas.openxmlformats.org/package/2006/relationships"><Relationship Id="rId1" Type="http://schemas.openxmlformats.org/officeDocument/2006/relationships/image" Target="../media/image42.png"/><Relationship Id="rId2" Type="http://schemas.openxmlformats.org/officeDocument/2006/relationships/slideLayout" Target="../slideLayouts/slideLayout13.xml"/>
</Relationships>
</file>

<file path=ppt/slides/_rels/slide40.xml.rels><?xml version="1.0" encoding="UTF-8"?>
<Relationships xmlns="http://schemas.openxmlformats.org/package/2006/relationships"><Relationship Id="rId1" Type="http://schemas.openxmlformats.org/officeDocument/2006/relationships/image" Target="../media/image43.png"/><Relationship Id="rId2" Type="http://schemas.openxmlformats.org/officeDocument/2006/relationships/image" Target="../media/image44.png"/><Relationship Id="rId3" Type="http://schemas.openxmlformats.org/officeDocument/2006/relationships/slideLayout" Target="../slideLayouts/slideLayout13.xml"/>
</Relationships>
</file>

<file path=ppt/slides/_rels/slide41.xml.rels><?xml version="1.0" encoding="UTF-8"?>
<Relationships xmlns="http://schemas.openxmlformats.org/package/2006/relationships"><Relationship Id="rId1" Type="http://schemas.openxmlformats.org/officeDocument/2006/relationships/image" Target="../media/image45.png"/><Relationship Id="rId2" Type="http://schemas.openxmlformats.org/officeDocument/2006/relationships/slideLayout" Target="../slideLayouts/slideLayout13.xml"/>
</Relationships>
</file>

<file path=ppt/slides/_rels/slide42.xml.rels><?xml version="1.0" encoding="UTF-8"?>
<Relationships xmlns="http://schemas.openxmlformats.org/package/2006/relationships"><Relationship Id="rId1" Type="http://schemas.openxmlformats.org/officeDocument/2006/relationships/image" Target="../media/image46.png"/><Relationship Id="rId2" Type="http://schemas.openxmlformats.org/officeDocument/2006/relationships/image" Target="../media/image47.png"/><Relationship Id="rId3" Type="http://schemas.openxmlformats.org/officeDocument/2006/relationships/image" Target="../media/image48.png"/><Relationship Id="rId4" Type="http://schemas.openxmlformats.org/officeDocument/2006/relationships/slideLayout" Target="../slideLayouts/slideLayout13.xml"/>
</Relationships>
</file>

<file path=ppt/slides/_rels/slide43.xml.rels><?xml version="1.0" encoding="UTF-8"?>
<Relationships xmlns="http://schemas.openxmlformats.org/package/2006/relationships"><Relationship Id="rId1" Type="http://schemas.openxmlformats.org/officeDocument/2006/relationships/image" Target="../media/image49.png"/><Relationship Id="rId2" Type="http://schemas.openxmlformats.org/officeDocument/2006/relationships/image" Target="../media/image50.png"/><Relationship Id="rId3" Type="http://schemas.openxmlformats.org/officeDocument/2006/relationships/slideLayout" Target="../slideLayouts/slideLayout13.xml"/>
</Relationships>
</file>

<file path=ppt/slides/_rels/slide44.xml.rels><?xml version="1.0" encoding="UTF-8"?>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3.xml"/>
</Relationships>
</file>

<file path=ppt/slides/_rels/slide45.xml.rels><?xml version="1.0" encoding="UTF-8"?>
<Relationships xmlns="http://schemas.openxmlformats.org/package/2006/relationships"><Relationship Id="rId1" Type="http://schemas.openxmlformats.org/officeDocument/2006/relationships/image" Target="../media/image52.png"/><Relationship Id="rId2" Type="http://schemas.openxmlformats.org/officeDocument/2006/relationships/slideLayout" Target="../slideLayouts/slideLayout13.xml"/>
</Relationships>
</file>

<file path=ppt/slides/_rels/slide46.xml.rels><?xml version="1.0" encoding="UTF-8"?>
<Relationships xmlns="http://schemas.openxmlformats.org/package/2006/relationships"><Relationship Id="rId1" Type="http://schemas.openxmlformats.org/officeDocument/2006/relationships/image" Target="../media/image53.png"/><Relationship Id="rId2" Type="http://schemas.openxmlformats.org/officeDocument/2006/relationships/slideLayout" Target="../slideLayouts/slideLayout13.xml"/>
</Relationships>
</file>

<file path=ppt/slides/_rels/slide47.xml.rels><?xml version="1.0" encoding="UTF-8"?>
<Relationships xmlns="http://schemas.openxmlformats.org/package/2006/relationships"><Relationship Id="rId1" Type="http://schemas.openxmlformats.org/officeDocument/2006/relationships/image" Target="../media/image54.png"/><Relationship Id="rId2" Type="http://schemas.openxmlformats.org/officeDocument/2006/relationships/slideLayout" Target="../slideLayouts/slideLayout13.xml"/>
</Relationships>
</file>

<file path=ppt/slides/_rels/slide48.xml.rels><?xml version="1.0" encoding="UTF-8"?>
<Relationships xmlns="http://schemas.openxmlformats.org/package/2006/relationships"><Relationship Id="rId1" Type="http://schemas.openxmlformats.org/officeDocument/2006/relationships/image" Target="../media/image55.png"/><Relationship Id="rId2" Type="http://schemas.openxmlformats.org/officeDocument/2006/relationships/image" Target="../media/image56.png"/><Relationship Id="rId3" Type="http://schemas.openxmlformats.org/officeDocument/2006/relationships/slideLayout" Target="../slideLayouts/slideLayout13.xml"/>
</Relationships>
</file>

<file path=ppt/slides/_rels/slide49.xml.rels><?xml version="1.0" encoding="UTF-8"?>
<Relationships xmlns="http://schemas.openxmlformats.org/package/2006/relationships"><Relationship Id="rId1" Type="http://schemas.openxmlformats.org/officeDocument/2006/relationships/image" Target="../media/image57.png"/><Relationship Id="rId2" Type="http://schemas.openxmlformats.org/officeDocument/2006/relationships/image" Target="../media/image58.png"/><Relationship Id="rId3" Type="http://schemas.openxmlformats.org/officeDocument/2006/relationships/slideLayout" Target="../slideLayouts/slideLayout13.xml"/>
</Relationships>
</file>

<file path=ppt/slides/_rels/slide50.xml.rels><?xml version="1.0" encoding="UTF-8"?>
<Relationships xmlns="http://schemas.openxmlformats.org/package/2006/relationships"><Relationship Id="rId1" Type="http://schemas.openxmlformats.org/officeDocument/2006/relationships/image" Target="../media/image59.png"/><Relationship Id="rId2" Type="http://schemas.openxmlformats.org/officeDocument/2006/relationships/slideLayout" Target="../slideLayouts/slideLayout13.xml"/>
</Relationships>
</file>

<file path=ppt/slides/_rels/slide51.xml.rels><?xml version="1.0" encoding="UTF-8"?>
<Relationships xmlns="http://schemas.openxmlformats.org/package/2006/relationships"><Relationship Id="rId1" Type="http://schemas.openxmlformats.org/officeDocument/2006/relationships/image" Target="../media/image60.png"/><Relationship Id="rId2" Type="http://schemas.openxmlformats.org/officeDocument/2006/relationships/slideLayout" Target="../slideLayouts/slideLayout13.xml"/>
</Relationships>
</file>

<file path=ppt/slides/_rels/slide52.xml.rels><?xml version="1.0" encoding="UTF-8"?>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3.xml"/>
</Relationships>
</file>

<file path=ppt/slides/_rels/slide53.xml.rels><?xml version="1.0" encoding="UTF-8"?>
<Relationships xmlns="http://schemas.openxmlformats.org/package/2006/relationships"><Relationship Id="rId1" Type="http://schemas.openxmlformats.org/officeDocument/2006/relationships/image" Target="../media/image62.png"/><Relationship Id="rId2" Type="http://schemas.openxmlformats.org/officeDocument/2006/relationships/slideLayout" Target="../slideLayouts/slideLayout13.xml"/>
</Relationships>
</file>

<file path=ppt/slides/_rels/slide54.xml.rels><?xml version="1.0" encoding="UTF-8"?>
<Relationships xmlns="http://schemas.openxmlformats.org/package/2006/relationships"><Relationship Id="rId1" Type="http://schemas.openxmlformats.org/officeDocument/2006/relationships/image" Target="../media/image63.png"/><Relationship Id="rId2" Type="http://schemas.openxmlformats.org/officeDocument/2006/relationships/slideLayout" Target="../slideLayouts/slideLayout13.xml"/>
</Relationships>
</file>

<file path=ppt/slides/_rels/slide55.xml.rels><?xml version="1.0" encoding="UTF-8"?>
<Relationships xmlns="http://schemas.openxmlformats.org/package/2006/relationships"><Relationship Id="rId1" Type="http://schemas.openxmlformats.org/officeDocument/2006/relationships/image" Target="../media/image64.png"/><Relationship Id="rId2" Type="http://schemas.openxmlformats.org/officeDocument/2006/relationships/slideLayout" Target="../slideLayouts/slideLayout13.xml"/>
</Relationships>
</file>

<file path=ppt/slides/_rels/slide56.xml.rels><?xml version="1.0" encoding="UTF-8"?>
<Relationships xmlns="http://schemas.openxmlformats.org/package/2006/relationships"><Relationship Id="rId1" Type="http://schemas.openxmlformats.org/officeDocument/2006/relationships/image" Target="../media/image65.png"/><Relationship Id="rId2" Type="http://schemas.openxmlformats.org/officeDocument/2006/relationships/slideLayout" Target="../slideLayouts/slideLayout13.xml"/>
</Relationships>
</file>

<file path=ppt/slides/_rels/slide57.xml.rels><?xml version="1.0" encoding="UTF-8"?>
<Relationships xmlns="http://schemas.openxmlformats.org/package/2006/relationships"><Relationship Id="rId1" Type="http://schemas.openxmlformats.org/officeDocument/2006/relationships/image" Target="../media/image66.png"/><Relationship Id="rId2" Type="http://schemas.openxmlformats.org/officeDocument/2006/relationships/slideLayout" Target="../slideLayouts/slideLayout13.xml"/>
</Relationships>
</file>

<file path=ppt/slides/_rels/slide58.xml.rels><?xml version="1.0" encoding="UTF-8"?>
<Relationships xmlns="http://schemas.openxmlformats.org/package/2006/relationships"><Relationship Id="rId1" Type="http://schemas.openxmlformats.org/officeDocument/2006/relationships/image" Target="../media/image67.png"/><Relationship Id="rId2" Type="http://schemas.openxmlformats.org/officeDocument/2006/relationships/slideLayout" Target="../slideLayouts/slideLayout13.xml"/>
</Relationships>
</file>

<file path=ppt/slides/_rels/slide59.xml.rels><?xml version="1.0" encoding="UTF-8"?>
<Relationships xmlns="http://schemas.openxmlformats.org/package/2006/relationships"><Relationship Id="rId1" Type="http://schemas.openxmlformats.org/officeDocument/2006/relationships/image" Target="../media/image68.png"/><Relationship Id="rId2" Type="http://schemas.openxmlformats.org/officeDocument/2006/relationships/slideLayout" Target="../slideLayouts/slideLayout13.xml"/>
</Relationships>
</file>

<file path=ppt/slides/_rels/slide60.xml.rels><?xml version="1.0" encoding="UTF-8"?>
<Relationships xmlns="http://schemas.openxmlformats.org/package/2006/relationships"><Relationship Id="rId1" Type="http://schemas.openxmlformats.org/officeDocument/2006/relationships/image" Target="../media/image69.png"/><Relationship Id="rId2" Type="http://schemas.openxmlformats.org/officeDocument/2006/relationships/slideLayout" Target="../slideLayouts/slideLayout13.xml"/>
</Relationships>
</file>

<file path=ppt/slides/_rels/slide61.xml.rels><?xml version="1.0" encoding="UTF-8"?>
<Relationships xmlns="http://schemas.openxmlformats.org/package/2006/relationships"><Relationship Id="rId1" Type="http://schemas.openxmlformats.org/officeDocument/2006/relationships/image" Target="../media/image70.png"/><Relationship Id="rId2" Type="http://schemas.openxmlformats.org/officeDocument/2006/relationships/slideLayout" Target="../slideLayouts/slideLayout13.xml"/>
</Relationships>
</file>

<file path=ppt/slides/_rels/slide62.xml.rels><?xml version="1.0" encoding="UTF-8"?>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3.xml"/>
</Relationships>
</file>

<file path=ppt/slides/_rels/slide63.xml.rels><?xml version="1.0" encoding="UTF-8"?>
<Relationships xmlns="http://schemas.openxmlformats.org/package/2006/relationships"><Relationship Id="rId1" Type="http://schemas.openxmlformats.org/officeDocument/2006/relationships/image" Target="../media/image72.png"/><Relationship Id="rId2" Type="http://schemas.openxmlformats.org/officeDocument/2006/relationships/slideLayout" Target="../slideLayouts/slideLayout13.xml"/>
</Relationships>
</file>

<file path=ppt/slides/_rels/slide64.xml.rels><?xml version="1.0" encoding="UTF-8"?>
<Relationships xmlns="http://schemas.openxmlformats.org/package/2006/relationships"><Relationship Id="rId1" Type="http://schemas.openxmlformats.org/officeDocument/2006/relationships/image" Target="../media/image73.png"/><Relationship Id="rId2" Type="http://schemas.openxmlformats.org/officeDocument/2006/relationships/slideLayout" Target="../slideLayouts/slideLayout13.xml"/>
</Relationships>
</file>

<file path=ppt/slides/_rels/slide65.xml.rels><?xml version="1.0" encoding="UTF-8"?>
<Relationships xmlns="http://schemas.openxmlformats.org/package/2006/relationships"><Relationship Id="rId1" Type="http://schemas.openxmlformats.org/officeDocument/2006/relationships/image" Target="../media/image74.png"/><Relationship Id="rId2" Type="http://schemas.openxmlformats.org/officeDocument/2006/relationships/slideLayout" Target="../slideLayouts/slideLayout13.xml"/>
</Relationships>
</file>

<file path=ppt/slides/_rels/slide66.xml.rels><?xml version="1.0" encoding="UTF-8"?>
<Relationships xmlns="http://schemas.openxmlformats.org/package/2006/relationships"><Relationship Id="rId1" Type="http://schemas.openxmlformats.org/officeDocument/2006/relationships/image" Target="../media/image75.png"/><Relationship Id="rId2" Type="http://schemas.openxmlformats.org/officeDocument/2006/relationships/slideLayout" Target="../slideLayouts/slideLayout13.xml"/>
</Relationships>
</file>

<file path=ppt/slides/_rels/slide67.xml.rels><?xml version="1.0" encoding="UTF-8"?>
<Relationships xmlns="http://schemas.openxmlformats.org/package/2006/relationships"><Relationship Id="rId1" Type="http://schemas.openxmlformats.org/officeDocument/2006/relationships/image" Target="../media/image76.png"/><Relationship Id="rId2" Type="http://schemas.openxmlformats.org/officeDocument/2006/relationships/slideLayout" Target="../slideLayouts/slideLayout13.xml"/>
</Relationships>
</file>

<file path=ppt/slides/_rels/slide68.xml.rels><?xml version="1.0" encoding="UTF-8"?>
<Relationships xmlns="http://schemas.openxmlformats.org/package/2006/relationships"><Relationship Id="rId1" Type="http://schemas.openxmlformats.org/officeDocument/2006/relationships/image" Target="../media/image77.png"/><Relationship Id="rId2" Type="http://schemas.openxmlformats.org/officeDocument/2006/relationships/image" Target="../media/image78.png"/><Relationship Id="rId3" Type="http://schemas.openxmlformats.org/officeDocument/2006/relationships/image" Target="../media/image79.png"/><Relationship Id="rId4" Type="http://schemas.openxmlformats.org/officeDocument/2006/relationships/image" Target="../media/image80.png"/><Relationship Id="rId5" Type="http://schemas.openxmlformats.org/officeDocument/2006/relationships/image" Target="../media/image81.png"/><Relationship Id="rId6" Type="http://schemas.openxmlformats.org/officeDocument/2006/relationships/slideLayout" Target="../slideLayouts/slideLayout13.xml"/>
</Relationships>
</file>

<file path=ppt/slides/_rels/slide69.xml.rels><?xml version="1.0" encoding="UTF-8"?>
<Relationships xmlns="http://schemas.openxmlformats.org/package/2006/relationships"><Relationship Id="rId1" Type="http://schemas.openxmlformats.org/officeDocument/2006/relationships/image" Target="../media/image82.png"/><Relationship Id="rId2" Type="http://schemas.openxmlformats.org/officeDocument/2006/relationships/slideLayout" Target="../slideLayouts/slideLayout13.xml"/>
</Relationships>
</file>

<file path=ppt/slides/_rels/slide70.xml.rels><?xml version="1.0" encoding="UTF-8"?>
<Relationships xmlns="http://schemas.openxmlformats.org/package/2006/relationships"><Relationship Id="rId1" Type="http://schemas.openxmlformats.org/officeDocument/2006/relationships/image" Target="../media/image83.png"/><Relationship Id="rId2" Type="http://schemas.openxmlformats.org/officeDocument/2006/relationships/slideLayout" Target="../slideLayouts/slideLayout13.xml"/>
</Relationships>
</file>

<file path=ppt/slides/_rels/slide71.xml.rels><?xml version="1.0" encoding="UTF-8"?>
<Relationships xmlns="http://schemas.openxmlformats.org/package/2006/relationships"><Relationship Id="rId1" Type="http://schemas.openxmlformats.org/officeDocument/2006/relationships/image" Target="../media/image84.png"/><Relationship Id="rId2" Type="http://schemas.openxmlformats.org/officeDocument/2006/relationships/image" Target="../media/image85.png"/><Relationship Id="rId3" Type="http://schemas.openxmlformats.org/officeDocument/2006/relationships/image" Target="../media/image86.png"/><Relationship Id="rId4" Type="http://schemas.openxmlformats.org/officeDocument/2006/relationships/slideLayout" Target="../slideLayouts/slideLayout13.xml"/>
</Relationships>
</file>

<file path=ppt/slides/_rels/slide72.xml.rels><?xml version="1.0" encoding="UTF-8"?>
<Relationships xmlns="http://schemas.openxmlformats.org/package/2006/relationships"><Relationship Id="rId1" Type="http://schemas.openxmlformats.org/officeDocument/2006/relationships/image" Target="../media/image87.png"/><Relationship Id="rId2" Type="http://schemas.openxmlformats.org/officeDocument/2006/relationships/slideLayout" Target="../slideLayouts/slideLayout13.xml"/>
</Relationships>
</file>

<file path=ppt/slides/_rels/slide73.xml.rels><?xml version="1.0" encoding="UTF-8"?>
<Relationships xmlns="http://schemas.openxmlformats.org/package/2006/relationships"><Relationship Id="rId1" Type="http://schemas.openxmlformats.org/officeDocument/2006/relationships/image" Target="../media/image88.png"/><Relationship Id="rId2" Type="http://schemas.openxmlformats.org/officeDocument/2006/relationships/slideLayout" Target="../slideLayouts/slideLayout13.xml"/>
</Relationships>
</file>

<file path=ppt/slides/_rels/slide74.xml.rels><?xml version="1.0" encoding="UTF-8"?>
<Relationships xmlns="http://schemas.openxmlformats.org/package/2006/relationships"><Relationship Id="rId1" Type="http://schemas.openxmlformats.org/officeDocument/2006/relationships/image" Target="../media/image89.png"/><Relationship Id="rId2" Type="http://schemas.openxmlformats.org/officeDocument/2006/relationships/slideLayout" Target="../slideLayouts/slideLayout13.xml"/>
</Relationships>
</file>

<file path=ppt/slides/_rels/slide75.xml.rels><?xml version="1.0" encoding="UTF-8"?>
<Relationships xmlns="http://schemas.openxmlformats.org/package/2006/relationships"><Relationship Id="rId1" Type="http://schemas.openxmlformats.org/officeDocument/2006/relationships/image" Target="../media/image90.png"/><Relationship Id="rId2" Type="http://schemas.openxmlformats.org/officeDocument/2006/relationships/slideLayout" Target="../slideLayouts/slideLayout13.xml"/>
</Relationships>
</file>

<file path=ppt/slides/_rels/slide76.xml.rels><?xml version="1.0" encoding="UTF-8"?>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3.xml"/>
</Relationships>
</file>

<file path=ppt/slides/_rels/slide77.xml.rels><?xml version="1.0" encoding="UTF-8"?>
<Relationships xmlns="http://schemas.openxmlformats.org/package/2006/relationships"><Relationship Id="rId1" Type="http://schemas.openxmlformats.org/officeDocument/2006/relationships/image" Target="../media/image92.png"/><Relationship Id="rId2" Type="http://schemas.openxmlformats.org/officeDocument/2006/relationships/slideLayout" Target="../slideLayouts/slideLayout13.xml"/>
</Relationships>
</file>

<file path=ppt/slides/_rels/slide78.xml.rels><?xml version="1.0" encoding="UTF-8"?>
<Relationships xmlns="http://schemas.openxmlformats.org/package/2006/relationships"><Relationship Id="rId1" Type="http://schemas.openxmlformats.org/officeDocument/2006/relationships/image" Target="../media/image93.png"/><Relationship Id="rId2" Type="http://schemas.openxmlformats.org/officeDocument/2006/relationships/slideLayout" Target="../slideLayouts/slideLayout13.xml"/>
</Relationships>
</file>

<file path=ppt/slides/_rels/slide79.xml.rels><?xml version="1.0" encoding="UTF-8"?>
<Relationships xmlns="http://schemas.openxmlformats.org/package/2006/relationships"><Relationship Id="rId1" Type="http://schemas.openxmlformats.org/officeDocument/2006/relationships/image" Target="../media/image94.png"/><Relationship Id="rId2" Type="http://schemas.openxmlformats.org/officeDocument/2006/relationships/slideLayout" Target="../slideLayouts/slideLayout13.xml"/>
</Relationships>
</file>

<file path=ppt/slides/_rels/slide80.xml.rels><?xml version="1.0" encoding="UTF-8"?>
<Relationships xmlns="http://schemas.openxmlformats.org/package/2006/relationships"><Relationship Id="rId1" Type="http://schemas.openxmlformats.org/officeDocument/2006/relationships/image" Target="../media/image95.png"/><Relationship Id="rId2" Type="http://schemas.openxmlformats.org/officeDocument/2006/relationships/slideLayout" Target="../slideLayouts/slideLayout13.xml"/>
</Relationships>
</file>

<file path=ppt/slides/_rels/slide81.xml.rels><?xml version="1.0" encoding="UTF-8"?>
<Relationships xmlns="http://schemas.openxmlformats.org/package/2006/relationships"><Relationship Id="rId1" Type="http://schemas.openxmlformats.org/officeDocument/2006/relationships/image" Target="../media/image96.png"/><Relationship Id="rId2" Type="http://schemas.openxmlformats.org/officeDocument/2006/relationships/slideLayout" Target="../slideLayouts/slideLayout13.xml"/>
</Relationships>
</file>

<file path=ppt/slides/_rels/slide82.xml.rels><?xml version="1.0" encoding="UTF-8"?>
<Relationships xmlns="http://schemas.openxmlformats.org/package/2006/relationships"><Relationship Id="rId1" Type="http://schemas.openxmlformats.org/officeDocument/2006/relationships/image" Target="../media/image97.png"/><Relationship Id="rId2" Type="http://schemas.openxmlformats.org/officeDocument/2006/relationships/slideLayout" Target="../slideLayouts/slideLayout13.xml"/>
</Relationships>
</file>

<file path=ppt/slides/_rels/slide83.xml.rels><?xml version="1.0" encoding="UTF-8"?>
<Relationships xmlns="http://schemas.openxmlformats.org/package/2006/relationships"><Relationship Id="rId1" Type="http://schemas.openxmlformats.org/officeDocument/2006/relationships/image" Target="../media/image98.png"/><Relationship Id="rId2" Type="http://schemas.openxmlformats.org/officeDocument/2006/relationships/slideLayout" Target="../slideLayouts/slideLayout13.xml"/>
</Relationships>
</file>

<file path=ppt/slides/_rels/slide84.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85.xml.rels><?xml version="1.0" encoding="UTF-8"?>
<Relationships xmlns="http://schemas.openxmlformats.org/package/2006/relationships"><Relationship Id="rId1" Type="http://schemas.openxmlformats.org/officeDocument/2006/relationships/image" Target="../media/image99.png"/><Relationship Id="rId2" Type="http://schemas.openxmlformats.org/officeDocument/2006/relationships/slideLayout" Target="../slideLayouts/slideLayout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79" name="Imagen 3" descr="Una mujer en frente de laptop&#10;&#10;Descripción generada automáticamente"/>
          <p:cNvPicPr/>
          <p:nvPr/>
        </p:nvPicPr>
        <p:blipFill>
          <a:blip r:embed="rId1"/>
          <a:srcRect l="1742" t="12716" r="9979" b="12799"/>
          <a:stretch/>
        </p:blipFill>
        <p:spPr>
          <a:xfrm>
            <a:off x="0" y="0"/>
            <a:ext cx="12186360" cy="6852240"/>
          </a:xfrm>
          <a:prstGeom prst="rect">
            <a:avLst/>
          </a:prstGeom>
          <a:ln w="0">
            <a:noFill/>
          </a:ln>
        </p:spPr>
      </p:pic>
      <p:sp>
        <p:nvSpPr>
          <p:cNvPr id="80" name="7 Rectángulo"/>
          <p:cNvSpPr/>
          <p:nvPr/>
        </p:nvSpPr>
        <p:spPr>
          <a:xfrm>
            <a:off x="852840" y="6682680"/>
            <a:ext cx="11386440" cy="347040"/>
          </a:xfrm>
          <a:prstGeom prst="rect">
            <a:avLst/>
          </a:prstGeom>
          <a:solidFill>
            <a:srgbClr val="003594"/>
          </a:solidFill>
          <a:ln>
            <a:noFill/>
          </a:ln>
        </p:spPr>
        <p:style>
          <a:lnRef idx="2">
            <a:schemeClr val="accent1">
              <a:shade val="50000"/>
            </a:schemeClr>
          </a:lnRef>
          <a:fillRef idx="1">
            <a:schemeClr val="accent1"/>
          </a:fillRef>
          <a:effectRef idx="0">
            <a:schemeClr val="accent1"/>
          </a:effectRef>
          <a:fontRef idx="minor"/>
        </p:style>
      </p:sp>
      <p:pic>
        <p:nvPicPr>
          <p:cNvPr id="81" name="Picture 4" descr="http://www.ceste.es/wp-content/uploads/2016/06/CESTE-Diamante.png"/>
          <p:cNvPicPr/>
          <p:nvPr/>
        </p:nvPicPr>
        <p:blipFill>
          <a:blip r:embed="rId2"/>
          <a:stretch/>
        </p:blipFill>
        <p:spPr>
          <a:xfrm flipH="1">
            <a:off x="557280" y="6582960"/>
            <a:ext cx="596880" cy="599040"/>
          </a:xfrm>
          <a:prstGeom prst="rect">
            <a:avLst/>
          </a:prstGeom>
          <a:ln w="0">
            <a:noFill/>
          </a:ln>
        </p:spPr>
      </p:pic>
      <p:sp>
        <p:nvSpPr>
          <p:cNvPr id="82" name="7 Rectángulo"/>
          <p:cNvSpPr/>
          <p:nvPr/>
        </p:nvSpPr>
        <p:spPr>
          <a:xfrm>
            <a:off x="-96840" y="-99360"/>
            <a:ext cx="11483280" cy="282240"/>
          </a:xfrm>
          <a:prstGeom prst="rect">
            <a:avLst/>
          </a:prstGeom>
          <a:solidFill>
            <a:srgbClr val="003594"/>
          </a:solidFill>
          <a:ln>
            <a:noFill/>
          </a:ln>
        </p:spPr>
        <p:style>
          <a:lnRef idx="2">
            <a:schemeClr val="accent1">
              <a:shade val="50000"/>
            </a:schemeClr>
          </a:lnRef>
          <a:fillRef idx="1">
            <a:schemeClr val="accent1"/>
          </a:fillRef>
          <a:effectRef idx="0">
            <a:schemeClr val="accent1"/>
          </a:effectRef>
          <a:fontRef idx="minor"/>
        </p:style>
      </p:sp>
      <p:pic>
        <p:nvPicPr>
          <p:cNvPr id="83" name="Picture 4" descr="http://www.ceste.es/wp-content/uploads/2016/06/CESTE-Diamante.png"/>
          <p:cNvPicPr/>
          <p:nvPr/>
        </p:nvPicPr>
        <p:blipFill>
          <a:blip r:embed="rId3"/>
          <a:stretch/>
        </p:blipFill>
        <p:spPr>
          <a:xfrm flipH="1">
            <a:off x="11096640" y="-316440"/>
            <a:ext cx="596880" cy="599040"/>
          </a:xfrm>
          <a:prstGeom prst="rect">
            <a:avLst/>
          </a:prstGeom>
          <a:ln w="0">
            <a:noFill/>
          </a:ln>
        </p:spPr>
      </p:pic>
      <p:grpSp>
        <p:nvGrpSpPr>
          <p:cNvPr id="84" name="Grupo 14"/>
          <p:cNvGrpSpPr/>
          <p:nvPr/>
        </p:nvGrpSpPr>
        <p:grpSpPr>
          <a:xfrm>
            <a:off x="504000" y="405720"/>
            <a:ext cx="5250600" cy="2401200"/>
            <a:chOff x="504000" y="405720"/>
            <a:chExt cx="5250600" cy="2401200"/>
          </a:xfrm>
        </p:grpSpPr>
        <p:sp>
          <p:nvSpPr>
            <p:cNvPr id="85" name="12 Rectángulo"/>
            <p:cNvSpPr/>
            <p:nvPr/>
          </p:nvSpPr>
          <p:spPr>
            <a:xfrm>
              <a:off x="504000" y="405720"/>
              <a:ext cx="4849200" cy="2401200"/>
            </a:xfrm>
            <a:prstGeom prst="rect">
              <a:avLst/>
            </a:prstGeom>
            <a:solidFill>
              <a:srgbClr val="003594">
                <a:alpha val="46000"/>
              </a:srgbClr>
            </a:solidFill>
            <a:ln>
              <a:noFill/>
            </a:ln>
          </p:spPr>
          <p:style>
            <a:lnRef idx="2">
              <a:schemeClr val="accent1">
                <a:shade val="50000"/>
              </a:schemeClr>
            </a:lnRef>
            <a:fillRef idx="1">
              <a:schemeClr val="accent1"/>
            </a:fillRef>
            <a:effectRef idx="0">
              <a:schemeClr val="accent1"/>
            </a:effectRef>
            <a:fontRef idx="minor"/>
          </p:style>
        </p:sp>
        <p:grpSp>
          <p:nvGrpSpPr>
            <p:cNvPr id="86" name="Grupo 5"/>
            <p:cNvGrpSpPr/>
            <p:nvPr/>
          </p:nvGrpSpPr>
          <p:grpSpPr>
            <a:xfrm>
              <a:off x="734760" y="980640"/>
              <a:ext cx="5019840" cy="1826280"/>
              <a:chOff x="734760" y="980640"/>
              <a:chExt cx="5019840" cy="1826280"/>
            </a:xfrm>
          </p:grpSpPr>
          <p:sp>
            <p:nvSpPr>
              <p:cNvPr id="87" name="2 Subtítulo"/>
              <p:cNvSpPr/>
              <p:nvPr/>
            </p:nvSpPr>
            <p:spPr>
              <a:xfrm>
                <a:off x="778680" y="2277000"/>
                <a:ext cx="4975920" cy="529920"/>
              </a:xfrm>
              <a:prstGeom prst="rect">
                <a:avLst/>
              </a:prstGeom>
              <a:noFill/>
              <a:ln w="0">
                <a:noFill/>
              </a:ln>
            </p:spPr>
            <p:style>
              <a:lnRef idx="0"/>
              <a:fillRef idx="0"/>
              <a:effectRef idx="0"/>
              <a:fontRef idx="minor"/>
            </p:style>
            <p:txBody>
              <a:bodyPr lIns="90000" rIns="90000" tIns="45000" bIns="45000" anchor="t">
                <a:normAutofit/>
              </a:bodyPr>
              <a:p>
                <a:pPr>
                  <a:lnSpc>
                    <a:spcPct val="100000"/>
                  </a:lnSpc>
                  <a:buNone/>
                  <a:tabLst>
                    <a:tab algn="l" pos="0"/>
                  </a:tabLst>
                </a:pPr>
                <a:r>
                  <a:rPr b="1" lang="es-ES" sz="1800" spc="-1" strike="noStrike">
                    <a:solidFill>
                      <a:srgbClr val="ffffff"/>
                    </a:solidFill>
                    <a:latin typeface="Calibri"/>
                    <a:ea typeface="DejaVu Sans"/>
                  </a:rPr>
                  <a:t>Mongo DB</a:t>
                </a:r>
                <a:endParaRPr b="0" lang="en-US" sz="1800" spc="-1" strike="noStrike">
                  <a:latin typeface="Arial"/>
                </a:endParaRPr>
              </a:p>
            </p:txBody>
          </p:sp>
          <p:sp>
            <p:nvSpPr>
              <p:cNvPr id="88" name="1 Título"/>
              <p:cNvSpPr/>
              <p:nvPr/>
            </p:nvSpPr>
            <p:spPr>
              <a:xfrm>
                <a:off x="734760" y="980640"/>
                <a:ext cx="4011840" cy="131724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pPr>
                <a:endParaRPr b="0" lang="en-US" sz="1800" spc="-1" strike="noStrike">
                  <a:latin typeface="Arial"/>
                </a:endParaRPr>
              </a:p>
              <a:p>
                <a:pPr>
                  <a:lnSpc>
                    <a:spcPct val="100000"/>
                  </a:lnSpc>
                  <a:buNone/>
                </a:pPr>
                <a:endParaRPr b="0" lang="en-US" sz="1800" spc="-1" strike="noStrike">
                  <a:latin typeface="Arial"/>
                </a:endParaRPr>
              </a:p>
              <a:p>
                <a:pPr>
                  <a:lnSpc>
                    <a:spcPct val="100000"/>
                  </a:lnSpc>
                  <a:buNone/>
                </a:pPr>
                <a:r>
                  <a:rPr b="1" lang="es-ES" sz="3500" spc="-1" strike="noStrike">
                    <a:solidFill>
                      <a:srgbClr val="ffffff"/>
                    </a:solidFill>
                    <a:latin typeface="Calibri"/>
                    <a:ea typeface="DejaVu Sans"/>
                  </a:rPr>
                  <a:t>Formación IA</a:t>
                </a:r>
                <a:endParaRPr b="0" lang="en-US" sz="3500" spc="-1" strike="noStrike">
                  <a:latin typeface="Arial"/>
                </a:endParaRPr>
              </a:p>
            </p:txBody>
          </p:sp>
        </p:grpSp>
      </p:grpSp>
      <p:pic>
        <p:nvPicPr>
          <p:cNvPr id="89" name="Imagen 9" descr="Logotipo&#10;&#10;El contenido generado por IA puede ser incorrecto."/>
          <p:cNvPicPr/>
          <p:nvPr/>
        </p:nvPicPr>
        <p:blipFill>
          <a:blip r:embed="rId4"/>
          <a:stretch/>
        </p:blipFill>
        <p:spPr>
          <a:xfrm>
            <a:off x="3575880" y="532440"/>
            <a:ext cx="1648440" cy="80244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0" name="PlaceHolder 1"/>
          <p:cNvSpPr>
            <a:spLocks noGrp="1"/>
          </p:cNvSpPr>
          <p:nvPr>
            <p:ph type="title"/>
          </p:nvPr>
        </p:nvSpPr>
        <p:spPr>
          <a:xfrm>
            <a:off x="838080" y="365040"/>
            <a:ext cx="10509840" cy="53784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Bases de datos</a:t>
            </a:r>
            <a:endParaRPr b="0" lang="en-US" sz="2400" spc="-1" strike="noStrike">
              <a:latin typeface="Arial"/>
            </a:endParaRPr>
          </a:p>
        </p:txBody>
      </p:sp>
      <p:sp>
        <p:nvSpPr>
          <p:cNvPr id="91" name="PlaceHolder 2"/>
          <p:cNvSpPr>
            <a:spLocks noGrp="1"/>
          </p:cNvSpPr>
          <p:nvPr>
            <p:ph/>
          </p:nvPr>
        </p:nvSpPr>
        <p:spPr>
          <a:xfrm>
            <a:off x="838080" y="1124640"/>
            <a:ext cx="10509840" cy="4345560"/>
          </a:xfrm>
          <a:prstGeom prst="rect">
            <a:avLst/>
          </a:prstGeom>
          <a:noFill/>
          <a:ln w="0">
            <a:noFill/>
          </a:ln>
        </p:spPr>
        <p:txBody>
          <a:bodyPr lIns="90000" rIns="90000" tIns="45000" bIns="45000" anchor="t">
            <a:noAutofit/>
          </a:bodyPr>
          <a:p>
            <a:pPr marL="432000" indent="-324000">
              <a:lnSpc>
                <a:spcPct val="100000"/>
              </a:lnSpc>
              <a:buClr>
                <a:srgbClr val="000000"/>
              </a:buClr>
              <a:buFont typeface="Wingdings" charset="2"/>
              <a:buChar char=""/>
            </a:pPr>
            <a:r>
              <a:rPr b="1" lang="es-ES" sz="2400" spc="-1" strike="noStrike">
                <a:latin typeface="Calibri"/>
              </a:rPr>
              <a:t>Definición:</a:t>
            </a:r>
            <a:r>
              <a:rPr b="0" lang="es-ES" sz="2000" spc="-1" strike="noStrike">
                <a:latin typeface="Calibri"/>
              </a:rPr>
              <a:t> es un sistema organizado para almacenar, gestionar y recuperar grandes cantidades de información de manera eficiente</a:t>
            </a:r>
            <a:endParaRPr b="0" lang="en-US" sz="2000" spc="-1" strike="noStrike">
              <a:latin typeface="Arial"/>
            </a:endParaRPr>
          </a:p>
          <a:p>
            <a:pPr>
              <a:lnSpc>
                <a:spcPct val="100000"/>
              </a:lnSpc>
              <a:buNone/>
            </a:pPr>
            <a:endParaRPr b="0" lang="en-US" sz="2000" spc="-1" strike="noStrike">
              <a:latin typeface="Arial"/>
            </a:endParaRPr>
          </a:p>
          <a:p>
            <a:pPr marL="432000" indent="-324000">
              <a:lnSpc>
                <a:spcPct val="100000"/>
              </a:lnSpc>
              <a:buClr>
                <a:srgbClr val="000000"/>
              </a:buClr>
              <a:buFont typeface="Wingdings" charset="2"/>
              <a:buChar char=""/>
            </a:pPr>
            <a:r>
              <a:rPr b="0" lang="es-ES" sz="2000" spc="-1" strike="noStrike">
                <a:latin typeface="Calibri"/>
              </a:rPr>
              <a:t>Su propósito principal es:</a:t>
            </a:r>
            <a:endParaRPr b="0" lang="en-US" sz="2000" spc="-1" strike="noStrike">
              <a:latin typeface="Arial"/>
            </a:endParaRPr>
          </a:p>
          <a:p>
            <a:pPr lvl="1" marL="864000" indent="-324000">
              <a:lnSpc>
                <a:spcPct val="100000"/>
              </a:lnSpc>
              <a:spcBef>
                <a:spcPts val="1134"/>
              </a:spcBef>
              <a:buClr>
                <a:srgbClr val="000000"/>
              </a:buClr>
              <a:buSzPct val="75000"/>
              <a:buFont typeface="Symbol"/>
              <a:buChar char=""/>
            </a:pPr>
            <a:r>
              <a:rPr b="1" lang="es-ES" sz="2000" spc="-1" strike="noStrike">
                <a:latin typeface="Calibri"/>
              </a:rPr>
              <a:t>Almacenar:</a:t>
            </a:r>
            <a:r>
              <a:rPr b="0" lang="es-ES" sz="2000" spc="-1" strike="noStrike">
                <a:latin typeface="Calibri"/>
              </a:rPr>
              <a:t> Guardar la información de forma segura y permanente.</a:t>
            </a:r>
            <a:endParaRPr b="0" lang="en-US" sz="2000" spc="-1" strike="noStrike">
              <a:latin typeface="Arial"/>
            </a:endParaRPr>
          </a:p>
          <a:p>
            <a:pPr lvl="1" marL="864000" indent="-324000">
              <a:lnSpc>
                <a:spcPct val="100000"/>
              </a:lnSpc>
              <a:spcBef>
                <a:spcPts val="1134"/>
              </a:spcBef>
              <a:buClr>
                <a:srgbClr val="000000"/>
              </a:buClr>
              <a:buSzPct val="75000"/>
              <a:buFont typeface="Symbol"/>
              <a:buChar char=""/>
            </a:pPr>
            <a:r>
              <a:rPr b="1" lang="es-ES" sz="2000" spc="-1" strike="noStrike">
                <a:latin typeface="Calibri"/>
              </a:rPr>
              <a:t>Organizar:</a:t>
            </a:r>
            <a:r>
              <a:rPr b="0" lang="es-ES" sz="2000" spc="-1" strike="noStrike">
                <a:latin typeface="Calibri"/>
              </a:rPr>
              <a:t> Estructurar los datos de manera lógica para que tengan sentido y se relacionen entre sí.</a:t>
            </a:r>
            <a:endParaRPr b="0" lang="en-US" sz="2000" spc="-1" strike="noStrike">
              <a:latin typeface="Arial"/>
            </a:endParaRPr>
          </a:p>
          <a:p>
            <a:pPr lvl="1" marL="864000" indent="-324000">
              <a:lnSpc>
                <a:spcPct val="100000"/>
              </a:lnSpc>
              <a:spcBef>
                <a:spcPts val="1134"/>
              </a:spcBef>
              <a:buClr>
                <a:srgbClr val="000000"/>
              </a:buClr>
              <a:buSzPct val="75000"/>
              <a:buFont typeface="Symbol"/>
              <a:buChar char=""/>
            </a:pPr>
            <a:r>
              <a:rPr b="1" lang="es-ES" sz="2000" spc="-1" strike="noStrike">
                <a:latin typeface="Calibri"/>
              </a:rPr>
              <a:t>Recuperar/Consultar:</a:t>
            </a:r>
            <a:r>
              <a:rPr b="0" lang="es-ES" sz="2000" spc="-1" strike="noStrike">
                <a:latin typeface="Calibri"/>
              </a:rPr>
              <a:t> Encontrar la información específica que necesitas rápidamente</a:t>
            </a:r>
            <a:endParaRPr b="0" lang="en-US" sz="2000" spc="-1" strike="noStrike">
              <a:latin typeface="Arial"/>
            </a:endParaRPr>
          </a:p>
          <a:p>
            <a:pPr lvl="1" marL="864000" indent="-324000">
              <a:lnSpc>
                <a:spcPct val="100000"/>
              </a:lnSpc>
              <a:spcBef>
                <a:spcPts val="1134"/>
              </a:spcBef>
              <a:buClr>
                <a:srgbClr val="000000"/>
              </a:buClr>
              <a:buSzPct val="75000"/>
              <a:buFont typeface="Symbol"/>
              <a:buChar char=""/>
            </a:pPr>
            <a:r>
              <a:rPr b="1" lang="es-ES" sz="2000" spc="-1" strike="noStrike">
                <a:latin typeface="Calibri"/>
              </a:rPr>
              <a:t>Gestionar/Modificar</a:t>
            </a:r>
            <a:r>
              <a:rPr b="0" lang="es-ES" sz="2000" spc="-1" strike="noStrike">
                <a:latin typeface="Calibri"/>
              </a:rPr>
              <a:t>: Añadir nuevos datos, actualizar los existentes o eliminar los obsoletos.</a:t>
            </a:r>
            <a:endParaRPr b="0" lang="en-US" sz="2000" spc="-1" strike="noStrike">
              <a:latin typeface="Arial"/>
            </a:endParaRPr>
          </a:p>
          <a:p>
            <a:pPr>
              <a:lnSpc>
                <a:spcPct val="100000"/>
              </a:lnSpc>
              <a:buNone/>
            </a:pPr>
            <a:endParaRPr b="0" lang="en-US" sz="1800" spc="-1" strike="noStrike">
              <a:latin typeface="Arial"/>
            </a:endParaRPr>
          </a:p>
        </p:txBody>
      </p:sp>
    </p:spTree>
  </p:cSld>
  <mc:AlternateContent>
    <mc:Choice Requires="p14">
      <p:transition spd="med" p14:dur="700">
        <p:fade/>
      </p:transition>
    </mc:Choice>
    <mc:Fallback>
      <p:transition spd="med">
        <p:fade/>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2" name="PlaceHolder 1"/>
          <p:cNvSpPr>
            <a:spLocks noGrp="1"/>
          </p:cNvSpPr>
          <p:nvPr>
            <p:ph type="title"/>
          </p:nvPr>
        </p:nvSpPr>
        <p:spPr>
          <a:xfrm>
            <a:off x="838080" y="365040"/>
            <a:ext cx="10509840" cy="53784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Bases de datos</a:t>
            </a:r>
            <a:endParaRPr b="0" lang="en-US" sz="2400" spc="-1" strike="noStrike">
              <a:latin typeface="Arial"/>
            </a:endParaRPr>
          </a:p>
        </p:txBody>
      </p:sp>
      <p:pic>
        <p:nvPicPr>
          <p:cNvPr id="93" name="" descr=""/>
          <p:cNvPicPr/>
          <p:nvPr/>
        </p:nvPicPr>
        <p:blipFill>
          <a:blip r:embed="rId1"/>
          <a:stretch/>
        </p:blipFill>
        <p:spPr>
          <a:xfrm>
            <a:off x="1980000" y="1619640"/>
            <a:ext cx="8485560" cy="341928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 name="PlaceHolder 1"/>
          <p:cNvSpPr>
            <a:spLocks noGrp="1"/>
          </p:cNvSpPr>
          <p:nvPr>
            <p:ph type="title"/>
          </p:nvPr>
        </p:nvSpPr>
        <p:spPr>
          <a:xfrm>
            <a:off x="838080" y="365040"/>
            <a:ext cx="10509840" cy="53784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Bases de datos</a:t>
            </a:r>
            <a:endParaRPr b="0" lang="en-US" sz="2400" spc="-1" strike="noStrike">
              <a:latin typeface="Arial"/>
            </a:endParaRPr>
          </a:p>
        </p:txBody>
      </p:sp>
      <p:pic>
        <p:nvPicPr>
          <p:cNvPr id="95" name="" descr=""/>
          <p:cNvPicPr/>
          <p:nvPr/>
        </p:nvPicPr>
        <p:blipFill>
          <a:blip r:embed="rId1"/>
          <a:stretch/>
        </p:blipFill>
        <p:spPr>
          <a:xfrm>
            <a:off x="794880" y="1440000"/>
            <a:ext cx="10750320" cy="341928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 name="PlaceHolder 1"/>
          <p:cNvSpPr>
            <a:spLocks noGrp="1"/>
          </p:cNvSpPr>
          <p:nvPr>
            <p:ph type="title"/>
          </p:nvPr>
        </p:nvSpPr>
        <p:spPr>
          <a:xfrm>
            <a:off x="838080" y="365040"/>
            <a:ext cx="10509840" cy="53784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Bases de datos</a:t>
            </a:r>
            <a:endParaRPr b="0" lang="en-US" sz="2400" spc="-1" strike="noStrike">
              <a:latin typeface="Arial"/>
            </a:endParaRPr>
          </a:p>
        </p:txBody>
      </p:sp>
      <p:pic>
        <p:nvPicPr>
          <p:cNvPr id="97" name="" descr=""/>
          <p:cNvPicPr/>
          <p:nvPr/>
        </p:nvPicPr>
        <p:blipFill>
          <a:blip r:embed="rId1"/>
          <a:stretch/>
        </p:blipFill>
        <p:spPr>
          <a:xfrm>
            <a:off x="2520000" y="1245960"/>
            <a:ext cx="7379280" cy="451332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 name="PlaceHolder 1"/>
          <p:cNvSpPr>
            <a:spLocks noGrp="1"/>
          </p:cNvSpPr>
          <p:nvPr>
            <p:ph type="title"/>
          </p:nvPr>
        </p:nvSpPr>
        <p:spPr>
          <a:xfrm>
            <a:off x="838080" y="365040"/>
            <a:ext cx="10509840" cy="53784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Bases de datos</a:t>
            </a:r>
            <a:endParaRPr b="0" lang="en-US" sz="2400" spc="-1" strike="noStrike">
              <a:latin typeface="Arial"/>
            </a:endParaRPr>
          </a:p>
        </p:txBody>
      </p:sp>
      <p:pic>
        <p:nvPicPr>
          <p:cNvPr id="99" name="" descr=""/>
          <p:cNvPicPr/>
          <p:nvPr/>
        </p:nvPicPr>
        <p:blipFill>
          <a:blip r:embed="rId1"/>
          <a:stretch/>
        </p:blipFill>
        <p:spPr>
          <a:xfrm>
            <a:off x="2484000" y="1440000"/>
            <a:ext cx="7595280" cy="413928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 name="PlaceHolder 1"/>
          <p:cNvSpPr>
            <a:spLocks noGrp="1"/>
          </p:cNvSpPr>
          <p:nvPr>
            <p:ph type="title"/>
          </p:nvPr>
        </p:nvSpPr>
        <p:spPr>
          <a:xfrm>
            <a:off x="838080" y="365040"/>
            <a:ext cx="10509840" cy="53784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Bases de datos</a:t>
            </a:r>
            <a:endParaRPr b="0" lang="en-US" sz="2400" spc="-1" strike="noStrike">
              <a:latin typeface="Arial"/>
            </a:endParaRPr>
          </a:p>
        </p:txBody>
      </p:sp>
      <p:pic>
        <p:nvPicPr>
          <p:cNvPr id="101" name="" descr=""/>
          <p:cNvPicPr/>
          <p:nvPr/>
        </p:nvPicPr>
        <p:blipFill>
          <a:blip r:embed="rId1"/>
          <a:stretch/>
        </p:blipFill>
        <p:spPr>
          <a:xfrm>
            <a:off x="1260000" y="1620000"/>
            <a:ext cx="10092960" cy="324936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2" name="PlaceHolder 1"/>
          <p:cNvSpPr>
            <a:spLocks noGrp="1"/>
          </p:cNvSpPr>
          <p:nvPr>
            <p:ph type="title"/>
          </p:nvPr>
        </p:nvSpPr>
        <p:spPr>
          <a:xfrm>
            <a:off x="838080" y="365040"/>
            <a:ext cx="10509840" cy="53784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Motivación de las bases de datos NoSQL</a:t>
            </a:r>
            <a:endParaRPr b="0" lang="en-US" sz="2400" spc="-1" strike="noStrike">
              <a:latin typeface="Arial"/>
            </a:endParaRPr>
          </a:p>
        </p:txBody>
      </p:sp>
      <p:pic>
        <p:nvPicPr>
          <p:cNvPr id="103" name="" descr=""/>
          <p:cNvPicPr/>
          <p:nvPr/>
        </p:nvPicPr>
        <p:blipFill>
          <a:blip r:embed="rId1"/>
          <a:srcRect l="0" t="10605" r="0" b="0"/>
          <a:stretch/>
        </p:blipFill>
        <p:spPr>
          <a:xfrm>
            <a:off x="3060000" y="1080000"/>
            <a:ext cx="6659280" cy="474264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 name="PlaceHolder 1"/>
          <p:cNvSpPr>
            <a:spLocks noGrp="1"/>
          </p:cNvSpPr>
          <p:nvPr>
            <p:ph type="title"/>
          </p:nvPr>
        </p:nvSpPr>
        <p:spPr>
          <a:xfrm>
            <a:off x="838080" y="365040"/>
            <a:ext cx="10509840" cy="53784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Motivación de las bases de datos NoSQL</a:t>
            </a:r>
            <a:endParaRPr b="0" lang="en-US" sz="2400" spc="-1" strike="noStrike">
              <a:latin typeface="Arial"/>
            </a:endParaRPr>
          </a:p>
        </p:txBody>
      </p:sp>
      <p:pic>
        <p:nvPicPr>
          <p:cNvPr id="105" name="" descr=""/>
          <p:cNvPicPr/>
          <p:nvPr/>
        </p:nvPicPr>
        <p:blipFill>
          <a:blip r:embed="rId1"/>
          <a:stretch/>
        </p:blipFill>
        <p:spPr>
          <a:xfrm>
            <a:off x="2700000" y="1215000"/>
            <a:ext cx="6503400" cy="472428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6" name="PlaceHolder 1"/>
          <p:cNvSpPr>
            <a:spLocks noGrp="1"/>
          </p:cNvSpPr>
          <p:nvPr>
            <p:ph type="title"/>
          </p:nvPr>
        </p:nvSpPr>
        <p:spPr>
          <a:xfrm>
            <a:off x="838080" y="365040"/>
            <a:ext cx="10509840" cy="53784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Tipos de bases de datos NoSQL</a:t>
            </a:r>
            <a:endParaRPr b="0" lang="en-US" sz="2400" spc="-1" strike="noStrike">
              <a:latin typeface="Arial"/>
            </a:endParaRPr>
          </a:p>
        </p:txBody>
      </p:sp>
      <p:pic>
        <p:nvPicPr>
          <p:cNvPr id="107" name="" descr=""/>
          <p:cNvPicPr/>
          <p:nvPr/>
        </p:nvPicPr>
        <p:blipFill>
          <a:blip r:embed="rId1"/>
          <a:stretch/>
        </p:blipFill>
        <p:spPr>
          <a:xfrm>
            <a:off x="3147480" y="1230480"/>
            <a:ext cx="5851800" cy="450108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 name="PlaceHolder 1"/>
          <p:cNvSpPr>
            <a:spLocks noGrp="1"/>
          </p:cNvSpPr>
          <p:nvPr>
            <p:ph type="title"/>
          </p:nvPr>
        </p:nvSpPr>
        <p:spPr>
          <a:xfrm>
            <a:off x="838080" y="365040"/>
            <a:ext cx="10509840" cy="53784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Tipos de bases de datos NoSQL</a:t>
            </a:r>
            <a:endParaRPr b="0" lang="en-US" sz="2400" spc="-1" strike="noStrike">
              <a:latin typeface="Arial"/>
            </a:endParaRPr>
          </a:p>
        </p:txBody>
      </p:sp>
      <p:pic>
        <p:nvPicPr>
          <p:cNvPr id="109" name="" descr=""/>
          <p:cNvPicPr/>
          <p:nvPr/>
        </p:nvPicPr>
        <p:blipFill>
          <a:blip r:embed="rId1"/>
          <a:stretch/>
        </p:blipFill>
        <p:spPr>
          <a:xfrm>
            <a:off x="1620000" y="1260000"/>
            <a:ext cx="9359280" cy="387504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 name="PlaceHolder 1"/>
          <p:cNvSpPr>
            <a:spLocks noGrp="1"/>
          </p:cNvSpPr>
          <p:nvPr>
            <p:ph type="title"/>
          </p:nvPr>
        </p:nvSpPr>
        <p:spPr>
          <a:xfrm>
            <a:off x="838080" y="365040"/>
            <a:ext cx="10509840" cy="53784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Tipos de bases de datos NoSQL</a:t>
            </a:r>
            <a:endParaRPr b="0" lang="en-US" sz="2400" spc="-1" strike="noStrike">
              <a:latin typeface="Arial"/>
            </a:endParaRPr>
          </a:p>
        </p:txBody>
      </p:sp>
      <p:pic>
        <p:nvPicPr>
          <p:cNvPr id="111" name="" descr=""/>
          <p:cNvPicPr/>
          <p:nvPr/>
        </p:nvPicPr>
        <p:blipFill>
          <a:blip r:embed="rId1"/>
          <a:stretch/>
        </p:blipFill>
        <p:spPr>
          <a:xfrm>
            <a:off x="1620000" y="1440000"/>
            <a:ext cx="9430560" cy="377928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2" name="PlaceHolder 1"/>
          <p:cNvSpPr>
            <a:spLocks noGrp="1"/>
          </p:cNvSpPr>
          <p:nvPr>
            <p:ph type="title"/>
          </p:nvPr>
        </p:nvSpPr>
        <p:spPr>
          <a:xfrm>
            <a:off x="838080" y="365040"/>
            <a:ext cx="10509840" cy="53784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Tipos de bases de datos NoSQL</a:t>
            </a:r>
            <a:endParaRPr b="0" lang="en-US" sz="2400" spc="-1" strike="noStrike">
              <a:latin typeface="Arial"/>
            </a:endParaRPr>
          </a:p>
        </p:txBody>
      </p:sp>
      <p:pic>
        <p:nvPicPr>
          <p:cNvPr id="113" name="" descr=""/>
          <p:cNvPicPr/>
          <p:nvPr/>
        </p:nvPicPr>
        <p:blipFill>
          <a:blip r:embed="rId1"/>
          <a:stretch/>
        </p:blipFill>
        <p:spPr>
          <a:xfrm>
            <a:off x="1980000" y="1472760"/>
            <a:ext cx="8999280" cy="397404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4" name="PlaceHolder 1"/>
          <p:cNvSpPr>
            <a:spLocks noGrp="1"/>
          </p:cNvSpPr>
          <p:nvPr>
            <p:ph type="title"/>
          </p:nvPr>
        </p:nvSpPr>
        <p:spPr>
          <a:xfrm>
            <a:off x="838080" y="365040"/>
            <a:ext cx="10509840" cy="53784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Tipos de bases de datos NoSQL</a:t>
            </a:r>
            <a:endParaRPr b="0" lang="en-US" sz="2400" spc="-1" strike="noStrike">
              <a:latin typeface="Arial"/>
            </a:endParaRPr>
          </a:p>
        </p:txBody>
      </p:sp>
      <p:pic>
        <p:nvPicPr>
          <p:cNvPr id="115" name="" descr=""/>
          <p:cNvPicPr/>
          <p:nvPr/>
        </p:nvPicPr>
        <p:blipFill>
          <a:blip r:embed="rId1"/>
          <a:stretch/>
        </p:blipFill>
        <p:spPr>
          <a:xfrm>
            <a:off x="1620000" y="1260000"/>
            <a:ext cx="9325440" cy="395928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6" name="PlaceHolder 1"/>
          <p:cNvSpPr>
            <a:spLocks noGrp="1"/>
          </p:cNvSpPr>
          <p:nvPr>
            <p:ph type="title"/>
          </p:nvPr>
        </p:nvSpPr>
        <p:spPr>
          <a:xfrm>
            <a:off x="838080" y="365040"/>
            <a:ext cx="10509840" cy="53784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Tipos de bases de datos NoSQL</a:t>
            </a:r>
            <a:endParaRPr b="0" lang="en-US" sz="2400" spc="-1" strike="noStrike">
              <a:latin typeface="Arial"/>
            </a:endParaRPr>
          </a:p>
        </p:txBody>
      </p:sp>
      <p:pic>
        <p:nvPicPr>
          <p:cNvPr id="117" name="" descr=""/>
          <p:cNvPicPr/>
          <p:nvPr/>
        </p:nvPicPr>
        <p:blipFill>
          <a:blip r:embed="rId1"/>
          <a:stretch/>
        </p:blipFill>
        <p:spPr>
          <a:xfrm>
            <a:off x="3060000" y="1109880"/>
            <a:ext cx="5579280" cy="464940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8" name="PlaceHolder 1"/>
          <p:cNvSpPr>
            <a:spLocks noGrp="1"/>
          </p:cNvSpPr>
          <p:nvPr>
            <p:ph type="title"/>
          </p:nvPr>
        </p:nvSpPr>
        <p:spPr>
          <a:xfrm>
            <a:off x="838080" y="365040"/>
            <a:ext cx="10509840" cy="53784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Aprendizaje supervisado</a:t>
            </a:r>
            <a:endParaRPr b="0" lang="en-US" sz="2400" spc="-1" strike="noStrike">
              <a:latin typeface="Arial"/>
            </a:endParaRPr>
          </a:p>
        </p:txBody>
      </p:sp>
      <p:sp>
        <p:nvSpPr>
          <p:cNvPr id="119" name="PlaceHolder 2"/>
          <p:cNvSpPr>
            <a:spLocks noGrp="1"/>
          </p:cNvSpPr>
          <p:nvPr>
            <p:ph/>
          </p:nvPr>
        </p:nvSpPr>
        <p:spPr>
          <a:xfrm>
            <a:off x="838080" y="1124640"/>
            <a:ext cx="10509840" cy="494640"/>
          </a:xfrm>
          <a:prstGeom prst="rect">
            <a:avLst/>
          </a:prstGeom>
          <a:noFill/>
          <a:ln w="0">
            <a:noFill/>
          </a:ln>
        </p:spPr>
        <p:txBody>
          <a:bodyPr lIns="90000" rIns="90000" tIns="45000" bIns="45000" anchor="t">
            <a:noAutofit/>
          </a:bodyPr>
          <a:p>
            <a:pPr marL="432000" indent="-324000">
              <a:lnSpc>
                <a:spcPct val="100000"/>
              </a:lnSpc>
              <a:buClr>
                <a:srgbClr val="000000"/>
              </a:buClr>
              <a:buFont typeface="Wingdings" charset="2"/>
              <a:buChar char=""/>
            </a:pPr>
            <a:r>
              <a:rPr b="0" lang="en-US" sz="1800" spc="-1" strike="noStrike">
                <a:latin typeface="Arial"/>
              </a:rPr>
              <a:t> </a:t>
            </a:r>
            <a:r>
              <a:rPr b="1" lang="es-ES" sz="2400" spc="-1" strike="noStrike">
                <a:latin typeface="Calibri"/>
              </a:rPr>
              <a:t>Teorema de CAP</a:t>
            </a:r>
            <a:endParaRPr b="0" lang="en-US" sz="2400" spc="-1" strike="noStrike">
              <a:latin typeface="Arial"/>
            </a:endParaRPr>
          </a:p>
        </p:txBody>
      </p:sp>
      <p:pic>
        <p:nvPicPr>
          <p:cNvPr id="120" name="" descr=""/>
          <p:cNvPicPr/>
          <p:nvPr/>
        </p:nvPicPr>
        <p:blipFill>
          <a:blip r:embed="rId1"/>
          <a:stretch/>
        </p:blipFill>
        <p:spPr>
          <a:xfrm>
            <a:off x="1901520" y="1800000"/>
            <a:ext cx="8177760" cy="361728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1" name="PlaceHolder 1"/>
          <p:cNvSpPr>
            <a:spLocks noGrp="1"/>
          </p:cNvSpPr>
          <p:nvPr>
            <p:ph type="title"/>
          </p:nvPr>
        </p:nvSpPr>
        <p:spPr>
          <a:xfrm>
            <a:off x="838080" y="365040"/>
            <a:ext cx="10509840" cy="53784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Aprendizaje supervisado</a:t>
            </a:r>
            <a:endParaRPr b="0" lang="en-US" sz="2400" spc="-1" strike="noStrike">
              <a:latin typeface="Arial"/>
            </a:endParaRPr>
          </a:p>
        </p:txBody>
      </p:sp>
      <p:pic>
        <p:nvPicPr>
          <p:cNvPr id="122" name="" descr=""/>
          <p:cNvPicPr/>
          <p:nvPr/>
        </p:nvPicPr>
        <p:blipFill>
          <a:blip r:embed="rId1"/>
          <a:stretch/>
        </p:blipFill>
        <p:spPr>
          <a:xfrm>
            <a:off x="3234960" y="1117800"/>
            <a:ext cx="6124320" cy="484200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3" name="PlaceHolder 1"/>
          <p:cNvSpPr>
            <a:spLocks noGrp="1"/>
          </p:cNvSpPr>
          <p:nvPr>
            <p:ph type="title"/>
          </p:nvPr>
        </p:nvSpPr>
        <p:spPr>
          <a:xfrm>
            <a:off x="838080" y="365040"/>
            <a:ext cx="10509840" cy="53784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MongoDB</a:t>
            </a:r>
            <a:endParaRPr b="0" lang="en-US" sz="2400" spc="-1" strike="noStrike">
              <a:latin typeface="Arial"/>
            </a:endParaRPr>
          </a:p>
        </p:txBody>
      </p:sp>
      <p:sp>
        <p:nvSpPr>
          <p:cNvPr id="124" name="PlaceHolder 3"/>
          <p:cNvSpPr/>
          <p:nvPr/>
        </p:nvSpPr>
        <p:spPr>
          <a:xfrm>
            <a:off x="838080" y="1125000"/>
            <a:ext cx="10509840" cy="4345560"/>
          </a:xfrm>
          <a:prstGeom prst="rect">
            <a:avLst/>
          </a:prstGeom>
          <a:noFill/>
          <a:ln w="0">
            <a:noFill/>
          </a:ln>
        </p:spPr>
        <p:style>
          <a:lnRef idx="0"/>
          <a:fillRef idx="0"/>
          <a:effectRef idx="0"/>
          <a:fontRef idx="minor"/>
        </p:style>
        <p:txBody>
          <a:bodyPr lIns="90000" rIns="90000" tIns="45000" bIns="45000" anchor="t">
            <a:noAutofit/>
          </a:bodyPr>
          <a:p>
            <a:pPr marL="216000" indent="-324000">
              <a:lnSpc>
                <a:spcPct val="100000"/>
              </a:lnSpc>
              <a:buClr>
                <a:srgbClr val="000000"/>
              </a:buClr>
              <a:buFont typeface="Wingdings" charset="2"/>
              <a:buChar char=""/>
            </a:pPr>
            <a:r>
              <a:rPr b="0" lang="en-US" sz="1800" spc="-1" strike="noStrike">
                <a:solidFill>
                  <a:srgbClr val="000000"/>
                </a:solidFill>
                <a:latin typeface="Arial"/>
                <a:ea typeface="DejaVu Sans"/>
              </a:rPr>
              <a:t> </a:t>
            </a:r>
            <a:r>
              <a:rPr b="1" lang="es-ES" sz="2400" spc="-1" strike="noStrike">
                <a:solidFill>
                  <a:srgbClr val="000000"/>
                </a:solidFill>
                <a:latin typeface="Calibri"/>
                <a:ea typeface="DejaVu Sans"/>
              </a:rPr>
              <a:t>Transacciones ACID</a:t>
            </a:r>
            <a:endParaRPr b="0" lang="en-US" sz="2400" spc="-1" strike="noStrike">
              <a:latin typeface="Arial"/>
            </a:endParaRPr>
          </a:p>
          <a:p>
            <a:pPr lvl="1" marL="864000" indent="-324000">
              <a:lnSpc>
                <a:spcPct val="100000"/>
              </a:lnSpc>
              <a:spcBef>
                <a:spcPts val="1134"/>
              </a:spcBef>
              <a:buClr>
                <a:srgbClr val="000000"/>
              </a:buClr>
              <a:buSzPct val="75000"/>
              <a:buFont typeface="Symbol"/>
              <a:buChar char=""/>
            </a:pPr>
            <a:r>
              <a:rPr b="1" lang="es-ES" sz="2000" spc="-1" strike="noStrike">
                <a:solidFill>
                  <a:srgbClr val="000000"/>
                </a:solidFill>
                <a:latin typeface="Calibri"/>
                <a:ea typeface="DejaVu Sans"/>
              </a:rPr>
              <a:t>Atomicidad (Atomicy):</a:t>
            </a:r>
            <a:r>
              <a:rPr b="0" lang="es-ES" sz="2000" spc="-1" strike="noStrike">
                <a:solidFill>
                  <a:srgbClr val="000000"/>
                </a:solidFill>
                <a:latin typeface="Calibri"/>
                <a:ea typeface="DejaVu Sans"/>
              </a:rPr>
              <a:t> La atomicidad garantiza que una transacción completa se trate como una unidad indivisible e irrompible.</a:t>
            </a:r>
            <a:endParaRPr b="0" lang="en-US" sz="2000" spc="-1" strike="noStrike">
              <a:latin typeface="Arial"/>
            </a:endParaRPr>
          </a:p>
          <a:p>
            <a:pPr lvl="2" marL="1296000" indent="-288000">
              <a:lnSpc>
                <a:spcPct val="100000"/>
              </a:lnSpc>
              <a:spcBef>
                <a:spcPts val="850"/>
              </a:spcBef>
              <a:buClr>
                <a:srgbClr val="000000"/>
              </a:buClr>
              <a:buSzPct val="45000"/>
              <a:buFont typeface="Wingdings" charset="2"/>
              <a:buChar char=""/>
            </a:pPr>
            <a:r>
              <a:rPr b="0" lang="es-ES" sz="2000" spc="-1" strike="noStrike">
                <a:solidFill>
                  <a:srgbClr val="000000"/>
                </a:solidFill>
                <a:latin typeface="Calibri"/>
                <a:ea typeface="DejaVu Sans"/>
              </a:rPr>
              <a:t>Ocurre todo o no ocurre nada. Si una transacción de varios pasos falla en el medio (por ejemplo, se corta la luz), la base de datos revierte automáticamente todos los pasos anteriores, dejando el sistema en el estado exacto en que estaba antes de que comenzara la transacción</a:t>
            </a:r>
            <a:endParaRPr b="0" lang="en-US" sz="2000" spc="-1" strike="noStrike">
              <a:latin typeface="Arial"/>
            </a:endParaRPr>
          </a:p>
          <a:p>
            <a:pPr lvl="1" marL="864000" indent="-324000">
              <a:lnSpc>
                <a:spcPct val="100000"/>
              </a:lnSpc>
              <a:spcBef>
                <a:spcPts val="1134"/>
              </a:spcBef>
              <a:buClr>
                <a:srgbClr val="000000"/>
              </a:buClr>
              <a:buSzPct val="75000"/>
              <a:buFont typeface="Symbol"/>
              <a:buChar char=""/>
            </a:pPr>
            <a:r>
              <a:rPr b="1" lang="es-ES" sz="2000" spc="-1" strike="noStrike">
                <a:solidFill>
                  <a:srgbClr val="000000"/>
                </a:solidFill>
                <a:latin typeface="Calibri"/>
                <a:ea typeface="DejaVu Sans"/>
              </a:rPr>
              <a:t>Consistencia (Consistency):</a:t>
            </a:r>
            <a:r>
              <a:rPr b="0" lang="es-ES" sz="2000" spc="-1" strike="noStrike">
                <a:solidFill>
                  <a:srgbClr val="000000"/>
                </a:solidFill>
                <a:latin typeface="Calibri"/>
                <a:ea typeface="DejaVu Sans"/>
              </a:rPr>
              <a:t> La consistencia asegura que una transacción solo llevará la base de datos de un estado válido a otro estado válido, siguiendo todas las reglas predefinidas (restricciones de integridad).</a:t>
            </a:r>
            <a:endParaRPr b="0" lang="en-US" sz="2000" spc="-1" strike="noStrike">
              <a:latin typeface="Arial"/>
            </a:endParaRPr>
          </a:p>
          <a:p>
            <a:pPr lvl="2" marL="1296000" indent="-288000">
              <a:lnSpc>
                <a:spcPct val="100000"/>
              </a:lnSpc>
              <a:spcBef>
                <a:spcPts val="850"/>
              </a:spcBef>
              <a:buClr>
                <a:srgbClr val="000000"/>
              </a:buClr>
              <a:buSzPct val="45000"/>
              <a:buFont typeface="Wingdings" charset="2"/>
              <a:buChar char=""/>
            </a:pPr>
            <a:r>
              <a:rPr b="0" lang="es-ES" sz="2000" spc="-1" strike="noStrike">
                <a:solidFill>
                  <a:srgbClr val="000000"/>
                </a:solidFill>
                <a:latin typeface="Calibri"/>
                <a:ea typeface="DejaVu Sans"/>
              </a:rPr>
              <a:t>La base de datos siempre obedece sus propias reglas lógicas. Si tienes una regla que dice "el saldo de una cuenta nunca puede ser negativo", una transacción de retiro que intente violar esa regla será bloqueada y revertida</a:t>
            </a:r>
            <a:endParaRPr b="0" lang="en-US" sz="2000" spc="-1" strike="noStrike">
              <a:latin typeface="Arial"/>
            </a:endParaRPr>
          </a:p>
          <a:p>
            <a:pPr>
              <a:lnSpc>
                <a:spcPct val="100000"/>
              </a:lnSpc>
              <a:buNone/>
            </a:pPr>
            <a:endParaRPr b="0" lang="en-US" sz="1800" spc="-1" strike="noStrike">
              <a:latin typeface="Arial"/>
            </a:endParaRPr>
          </a:p>
        </p:txBody>
      </p:sp>
    </p:spTree>
  </p:cSld>
  <mc:AlternateContent>
    <mc:Choice Requires="p14">
      <p:transition spd="med" p14:dur="700">
        <p:fade/>
      </p:transition>
    </mc:Choice>
    <mc:Fallback>
      <p:transition spd="med">
        <p:fade/>
      </p:transition>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5" name="PlaceHolder 1"/>
          <p:cNvSpPr>
            <a:spLocks noGrp="1"/>
          </p:cNvSpPr>
          <p:nvPr>
            <p:ph type="title"/>
          </p:nvPr>
        </p:nvSpPr>
        <p:spPr>
          <a:xfrm>
            <a:off x="838080" y="365040"/>
            <a:ext cx="10509840" cy="53784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Transacciones ACID</a:t>
            </a:r>
            <a:endParaRPr b="0" lang="en-US" sz="2400" spc="-1" strike="noStrike">
              <a:latin typeface="Arial"/>
            </a:endParaRPr>
          </a:p>
        </p:txBody>
      </p:sp>
      <p:sp>
        <p:nvSpPr>
          <p:cNvPr id="126" name="PlaceHolder 2"/>
          <p:cNvSpPr>
            <a:spLocks noGrp="1"/>
          </p:cNvSpPr>
          <p:nvPr>
            <p:ph/>
          </p:nvPr>
        </p:nvSpPr>
        <p:spPr>
          <a:xfrm>
            <a:off x="838080" y="1124640"/>
            <a:ext cx="10509840" cy="4345560"/>
          </a:xfrm>
          <a:prstGeom prst="rect">
            <a:avLst/>
          </a:prstGeom>
          <a:noFill/>
          <a:ln w="0">
            <a:noFill/>
          </a:ln>
        </p:spPr>
        <p:txBody>
          <a:bodyPr lIns="90000" rIns="90000" tIns="45000" bIns="45000" anchor="t">
            <a:noAutofit/>
          </a:bodyPr>
          <a:p>
            <a:pPr marL="432000" indent="-324000">
              <a:lnSpc>
                <a:spcPct val="100000"/>
              </a:lnSpc>
              <a:buClr>
                <a:srgbClr val="000000"/>
              </a:buClr>
              <a:buFont typeface="Wingdings" charset="2"/>
              <a:buChar char=""/>
            </a:pPr>
            <a:r>
              <a:rPr b="0" lang="es-ES" sz="2000" spc="-1" strike="noStrike">
                <a:latin typeface="Calibri"/>
              </a:rPr>
              <a:t> </a:t>
            </a:r>
            <a:r>
              <a:rPr b="1" lang="es-ES" sz="2400" spc="-1" strike="noStrike">
                <a:latin typeface="Calibri"/>
              </a:rPr>
              <a:t>Transacciones ACID</a:t>
            </a:r>
            <a:endParaRPr b="0" lang="en-US" sz="2400" spc="-1" strike="noStrike">
              <a:latin typeface="Arial"/>
            </a:endParaRPr>
          </a:p>
          <a:p>
            <a:pPr lvl="1" marL="864000" indent="-324000">
              <a:lnSpc>
                <a:spcPct val="100000"/>
              </a:lnSpc>
              <a:spcBef>
                <a:spcPts val="1134"/>
              </a:spcBef>
              <a:buClr>
                <a:srgbClr val="000000"/>
              </a:buClr>
              <a:buSzPct val="75000"/>
              <a:buFont typeface="Symbol"/>
              <a:buChar char=""/>
            </a:pPr>
            <a:r>
              <a:rPr b="1" lang="es-ES" sz="2000" spc="-1" strike="noStrike">
                <a:latin typeface="Calibri"/>
              </a:rPr>
              <a:t>Aislamiento (Isolation):</a:t>
            </a:r>
            <a:r>
              <a:rPr b="0" lang="es-ES" sz="2000" spc="-1" strike="noStrike">
                <a:latin typeface="Calibri"/>
              </a:rPr>
              <a:t> garantiza que la ejecución concurrente de múltiples transacciones produzca el mismo resultado que si se hubieran ejecutado de forma secuencial (una tras otra)</a:t>
            </a:r>
            <a:endParaRPr b="0" lang="en-US" sz="2000" spc="-1" strike="noStrike">
              <a:latin typeface="Arial"/>
            </a:endParaRPr>
          </a:p>
          <a:p>
            <a:pPr lvl="2" marL="1296000" indent="-288000">
              <a:lnSpc>
                <a:spcPct val="100000"/>
              </a:lnSpc>
              <a:spcBef>
                <a:spcPts val="850"/>
              </a:spcBef>
              <a:buClr>
                <a:srgbClr val="000000"/>
              </a:buClr>
              <a:buSzPct val="45000"/>
              <a:buFont typeface="Wingdings" charset="2"/>
              <a:buChar char=""/>
            </a:pPr>
            <a:r>
              <a:rPr b="0" lang="es-ES" sz="2000" spc="-1" strike="noStrike">
                <a:latin typeface="Calibri"/>
              </a:rPr>
              <a:t>Las transacciones actúan como si fueran las únicas que se están ejecutando en el sistema en ese momento. Una transacción no puede ver los cambios "a medias" que está haciendo otra transacción concurrente.</a:t>
            </a:r>
            <a:endParaRPr b="0" lang="en-US" sz="2000" spc="-1" strike="noStrike">
              <a:latin typeface="Arial"/>
            </a:endParaRPr>
          </a:p>
          <a:p>
            <a:pPr lvl="1" marL="864000" indent="-324000">
              <a:lnSpc>
                <a:spcPct val="100000"/>
              </a:lnSpc>
              <a:spcBef>
                <a:spcPts val="1134"/>
              </a:spcBef>
              <a:buClr>
                <a:srgbClr val="000000"/>
              </a:buClr>
              <a:buSzPct val="75000"/>
              <a:buFont typeface="Symbol"/>
              <a:buChar char=""/>
            </a:pPr>
            <a:r>
              <a:rPr b="1" lang="es-ES" sz="2000" spc="-1" strike="noStrike">
                <a:latin typeface="Calibri"/>
              </a:rPr>
              <a:t>Durabilidad (Durability):</a:t>
            </a:r>
            <a:r>
              <a:rPr b="0" lang="es-ES" sz="2000" spc="-1" strike="noStrike">
                <a:latin typeface="Calibri"/>
              </a:rPr>
              <a:t> La durabilidad garantiza que, una vez que una transacción ha sido confirmada (committed), sus cambios persistirán permanentemente y no se perderán, incluso en caso de un fallo del sistema, un reinicio o un corte de energía</a:t>
            </a:r>
            <a:endParaRPr b="0" lang="en-US" sz="2000" spc="-1" strike="noStrike">
              <a:latin typeface="Arial"/>
            </a:endParaRPr>
          </a:p>
          <a:p>
            <a:pPr lvl="2" marL="1296000" indent="-288000">
              <a:lnSpc>
                <a:spcPct val="100000"/>
              </a:lnSpc>
              <a:spcBef>
                <a:spcPts val="850"/>
              </a:spcBef>
              <a:buClr>
                <a:srgbClr val="000000"/>
              </a:buClr>
              <a:buSzPct val="45000"/>
              <a:buFont typeface="Wingdings" charset="2"/>
              <a:buChar char=""/>
            </a:pPr>
            <a:r>
              <a:rPr b="0" lang="es-ES" sz="2000" spc="-1" strike="noStrike">
                <a:latin typeface="Calibri"/>
              </a:rPr>
              <a:t> </a:t>
            </a:r>
            <a:r>
              <a:rPr b="0" lang="es-ES" sz="2000" spc="-1" strike="noStrike">
                <a:latin typeface="Calibri"/>
              </a:rPr>
              <a:t>La base de datos escribe los cambios en almacenamiento permanente (como un disco duro o un registro de transacciones) antes de confirmar el éxito al usuario</a:t>
            </a:r>
            <a:r>
              <a:rPr b="0" lang="en-US" sz="1800" spc="-1" strike="noStrike">
                <a:latin typeface="Arial"/>
              </a:rPr>
              <a:t>.</a:t>
            </a:r>
            <a:endParaRPr b="0" lang="en-US" sz="1800" spc="-1" strike="noStrike">
              <a:latin typeface="Arial"/>
            </a:endParaRPr>
          </a:p>
          <a:p>
            <a:pPr>
              <a:lnSpc>
                <a:spcPct val="100000"/>
              </a:lnSpc>
              <a:buNone/>
            </a:pPr>
            <a:endParaRPr b="0" lang="en-US" sz="1800" spc="-1" strike="noStrike">
              <a:latin typeface="Arial"/>
            </a:endParaRPr>
          </a:p>
        </p:txBody>
      </p:sp>
    </p:spTree>
  </p:cSld>
  <mc:AlternateContent>
    <mc:Choice Requires="p14">
      <p:transition spd="med" p14:dur="700">
        <p:fade/>
      </p:transition>
    </mc:Choice>
    <mc:Fallback>
      <p:transition spd="med">
        <p:fade/>
      </p:transition>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7" name="PlaceHolder 1"/>
          <p:cNvSpPr>
            <a:spLocks noGrp="1"/>
          </p:cNvSpPr>
          <p:nvPr>
            <p:ph type="title"/>
          </p:nvPr>
        </p:nvSpPr>
        <p:spPr>
          <a:xfrm>
            <a:off x="838080" y="365040"/>
            <a:ext cx="10509840" cy="53784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MongoDB</a:t>
            </a:r>
            <a:endParaRPr b="0" lang="en-US" sz="2400" spc="-1" strike="noStrike">
              <a:latin typeface="Arial"/>
            </a:endParaRPr>
          </a:p>
        </p:txBody>
      </p:sp>
      <p:pic>
        <p:nvPicPr>
          <p:cNvPr id="128" name="" descr=""/>
          <p:cNvPicPr/>
          <p:nvPr/>
        </p:nvPicPr>
        <p:blipFill>
          <a:blip r:embed="rId1"/>
          <a:stretch/>
        </p:blipFill>
        <p:spPr>
          <a:xfrm>
            <a:off x="3366720" y="540000"/>
            <a:ext cx="6172560" cy="536292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9" name="PlaceHolder 1"/>
          <p:cNvSpPr>
            <a:spLocks noGrp="1"/>
          </p:cNvSpPr>
          <p:nvPr>
            <p:ph type="title"/>
          </p:nvPr>
        </p:nvSpPr>
        <p:spPr>
          <a:xfrm>
            <a:off x="838080" y="365040"/>
            <a:ext cx="10509840" cy="53784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MongoDB</a:t>
            </a:r>
            <a:endParaRPr b="0" lang="en-US" sz="2400" spc="-1" strike="noStrike">
              <a:latin typeface="Arial"/>
            </a:endParaRPr>
          </a:p>
        </p:txBody>
      </p:sp>
      <p:sp>
        <p:nvSpPr>
          <p:cNvPr id="130" name="PlaceHolder 2"/>
          <p:cNvSpPr>
            <a:spLocks noGrp="1"/>
          </p:cNvSpPr>
          <p:nvPr>
            <p:ph/>
          </p:nvPr>
        </p:nvSpPr>
        <p:spPr>
          <a:xfrm>
            <a:off x="838080" y="1124640"/>
            <a:ext cx="10861200" cy="1394640"/>
          </a:xfrm>
          <a:prstGeom prst="rect">
            <a:avLst/>
          </a:prstGeom>
          <a:noFill/>
          <a:ln w="0">
            <a:noFill/>
          </a:ln>
        </p:spPr>
        <p:txBody>
          <a:bodyPr lIns="90000" rIns="90000" tIns="45000" bIns="45000" anchor="t">
            <a:noAutofit/>
          </a:bodyPr>
          <a:p>
            <a:pPr marL="432000" indent="-324000">
              <a:lnSpc>
                <a:spcPct val="100000"/>
              </a:lnSpc>
              <a:buClr>
                <a:srgbClr val="000000"/>
              </a:buClr>
              <a:buFont typeface="Wingdings" charset="2"/>
              <a:buChar char=""/>
            </a:pPr>
            <a:r>
              <a:rPr b="0" lang="en-US" sz="1800" spc="-1" strike="noStrike">
                <a:latin typeface="Arial"/>
              </a:rPr>
              <a:t> </a:t>
            </a:r>
            <a:r>
              <a:rPr b="1" lang="es-ES" sz="2400" spc="-1" strike="noStrike">
                <a:latin typeface="Calibri"/>
              </a:rPr>
              <a:t>Definición:</a:t>
            </a:r>
            <a:r>
              <a:rPr b="0" lang="es-ES" sz="2000" spc="-1" strike="noStrike">
                <a:latin typeface="Calibri"/>
              </a:rPr>
              <a:t> </a:t>
            </a:r>
            <a:r>
              <a:rPr b="0" lang="es-ES" sz="2400" spc="-1" strike="noStrike">
                <a:latin typeface="Calibri"/>
              </a:rPr>
              <a:t>es una base de datos NoSQL tipo Documento que prioriza la flexibilidad y la escalabilidad. Es la opción preferida para aplicaciones web modernas, Big Data y proyectos que necesitan iterar rápidamente sin estar limitados por esquemas de bases de datos rígidos</a:t>
            </a:r>
            <a:endParaRPr b="0" lang="en-US" sz="2400" spc="-1" strike="noStrike">
              <a:latin typeface="Arial"/>
            </a:endParaRPr>
          </a:p>
        </p:txBody>
      </p:sp>
      <p:pic>
        <p:nvPicPr>
          <p:cNvPr id="131" name="" descr=""/>
          <p:cNvPicPr/>
          <p:nvPr/>
        </p:nvPicPr>
        <p:blipFill>
          <a:blip r:embed="rId1"/>
          <a:stretch/>
        </p:blipFill>
        <p:spPr>
          <a:xfrm>
            <a:off x="4140000" y="3184560"/>
            <a:ext cx="3599280" cy="239472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2" name="PlaceHolder 1"/>
          <p:cNvSpPr>
            <a:spLocks noGrp="1"/>
          </p:cNvSpPr>
          <p:nvPr>
            <p:ph type="title"/>
          </p:nvPr>
        </p:nvSpPr>
        <p:spPr>
          <a:xfrm>
            <a:off x="838080" y="365040"/>
            <a:ext cx="10509840" cy="53784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MongoDB</a:t>
            </a:r>
            <a:endParaRPr b="0" lang="en-US" sz="2400" spc="-1" strike="noStrike">
              <a:latin typeface="Arial"/>
            </a:endParaRPr>
          </a:p>
        </p:txBody>
      </p:sp>
      <p:pic>
        <p:nvPicPr>
          <p:cNvPr id="133" name="" descr=""/>
          <p:cNvPicPr/>
          <p:nvPr/>
        </p:nvPicPr>
        <p:blipFill>
          <a:blip r:embed="rId1"/>
          <a:stretch/>
        </p:blipFill>
        <p:spPr>
          <a:xfrm>
            <a:off x="5220000" y="1139040"/>
            <a:ext cx="6530760" cy="4620960"/>
          </a:xfrm>
          <a:prstGeom prst="rect">
            <a:avLst/>
          </a:prstGeom>
          <a:ln w="0">
            <a:noFill/>
          </a:ln>
        </p:spPr>
      </p:pic>
      <p:pic>
        <p:nvPicPr>
          <p:cNvPr id="134" name="" descr=""/>
          <p:cNvPicPr/>
          <p:nvPr/>
        </p:nvPicPr>
        <p:blipFill>
          <a:blip r:embed="rId2"/>
          <a:stretch/>
        </p:blipFill>
        <p:spPr>
          <a:xfrm>
            <a:off x="540000" y="2160000"/>
            <a:ext cx="3587400" cy="216000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5" name="PlaceHolder 1"/>
          <p:cNvSpPr>
            <a:spLocks noGrp="1"/>
          </p:cNvSpPr>
          <p:nvPr>
            <p:ph type="title"/>
          </p:nvPr>
        </p:nvSpPr>
        <p:spPr>
          <a:xfrm>
            <a:off x="838080" y="365040"/>
            <a:ext cx="10509840" cy="53784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MongoDB</a:t>
            </a:r>
            <a:endParaRPr b="0" lang="en-US" sz="2400" spc="-1" strike="noStrike">
              <a:latin typeface="Arial"/>
            </a:endParaRPr>
          </a:p>
        </p:txBody>
      </p:sp>
      <p:pic>
        <p:nvPicPr>
          <p:cNvPr id="136" name="" descr=""/>
          <p:cNvPicPr/>
          <p:nvPr/>
        </p:nvPicPr>
        <p:blipFill>
          <a:blip r:embed="rId1"/>
          <a:stretch/>
        </p:blipFill>
        <p:spPr>
          <a:xfrm>
            <a:off x="1080000" y="1620000"/>
            <a:ext cx="10352520" cy="341928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7" name="PlaceHolder 1"/>
          <p:cNvSpPr>
            <a:spLocks noGrp="1"/>
          </p:cNvSpPr>
          <p:nvPr>
            <p:ph type="title"/>
          </p:nvPr>
        </p:nvSpPr>
        <p:spPr>
          <a:xfrm>
            <a:off x="838080" y="365040"/>
            <a:ext cx="10509840" cy="53784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MongoDB</a:t>
            </a:r>
            <a:endParaRPr b="0" lang="en-US" sz="2400" spc="-1" strike="noStrike">
              <a:latin typeface="Arial"/>
            </a:endParaRPr>
          </a:p>
        </p:txBody>
      </p:sp>
      <p:pic>
        <p:nvPicPr>
          <p:cNvPr id="138" name="" descr=""/>
          <p:cNvPicPr/>
          <p:nvPr/>
        </p:nvPicPr>
        <p:blipFill>
          <a:blip r:embed="rId1"/>
          <a:stretch/>
        </p:blipFill>
        <p:spPr>
          <a:xfrm>
            <a:off x="747360" y="1440000"/>
            <a:ext cx="10771920" cy="395928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9" name="PlaceHolder 1"/>
          <p:cNvSpPr>
            <a:spLocks noGrp="1"/>
          </p:cNvSpPr>
          <p:nvPr>
            <p:ph type="title"/>
          </p:nvPr>
        </p:nvSpPr>
        <p:spPr>
          <a:xfrm>
            <a:off x="838080" y="365040"/>
            <a:ext cx="10509840" cy="53784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MongoDB</a:t>
            </a:r>
            <a:endParaRPr b="0" lang="en-US" sz="2400" spc="-1" strike="noStrike">
              <a:latin typeface="Arial"/>
            </a:endParaRPr>
          </a:p>
        </p:txBody>
      </p:sp>
      <p:pic>
        <p:nvPicPr>
          <p:cNvPr id="140" name="" descr=""/>
          <p:cNvPicPr/>
          <p:nvPr/>
        </p:nvPicPr>
        <p:blipFill>
          <a:blip r:embed="rId1"/>
          <a:stretch/>
        </p:blipFill>
        <p:spPr>
          <a:xfrm>
            <a:off x="2829960" y="903600"/>
            <a:ext cx="7249320" cy="518904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1" name="PlaceHolder 1"/>
          <p:cNvSpPr>
            <a:spLocks noGrp="1"/>
          </p:cNvSpPr>
          <p:nvPr>
            <p:ph type="title"/>
          </p:nvPr>
        </p:nvSpPr>
        <p:spPr>
          <a:xfrm>
            <a:off x="838080" y="365040"/>
            <a:ext cx="10509840" cy="53784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MongoDB</a:t>
            </a:r>
            <a:endParaRPr b="0" lang="en-US" sz="2400" spc="-1" strike="noStrike">
              <a:latin typeface="Arial"/>
            </a:endParaRPr>
          </a:p>
        </p:txBody>
      </p:sp>
      <p:sp>
        <p:nvSpPr>
          <p:cNvPr id="142" name="PlaceHolder 2"/>
          <p:cNvSpPr>
            <a:spLocks noGrp="1"/>
          </p:cNvSpPr>
          <p:nvPr>
            <p:ph/>
          </p:nvPr>
        </p:nvSpPr>
        <p:spPr>
          <a:xfrm>
            <a:off x="838080" y="1124640"/>
            <a:ext cx="10509840" cy="4345560"/>
          </a:xfrm>
          <a:prstGeom prst="rect">
            <a:avLst/>
          </a:prstGeom>
          <a:noFill/>
          <a:ln w="0">
            <a:noFill/>
          </a:ln>
        </p:spPr>
        <p:txBody>
          <a:bodyPr lIns="90000" rIns="90000" tIns="45000" bIns="45000" anchor="t">
            <a:noAutofit/>
          </a:bodyPr>
          <a:p>
            <a:pPr marL="432000" indent="-324000">
              <a:lnSpc>
                <a:spcPct val="100000"/>
              </a:lnSpc>
              <a:buClr>
                <a:srgbClr val="000000"/>
              </a:buClr>
              <a:buFont typeface="Wingdings" charset="2"/>
              <a:buChar char=""/>
            </a:pPr>
            <a:r>
              <a:rPr b="0" lang="en-US" sz="1800" spc="-1" strike="noStrike">
                <a:latin typeface="Arial"/>
              </a:rPr>
              <a:t> </a:t>
            </a:r>
            <a:r>
              <a:rPr b="1" lang="es-ES" sz="2400" spc="-1" strike="noStrike">
                <a:latin typeface="Calibri"/>
              </a:rPr>
              <a:t>Precio</a:t>
            </a:r>
            <a:endParaRPr b="0" lang="en-US" sz="2400" spc="-1" strike="noStrike">
              <a:latin typeface="Arial"/>
            </a:endParaRPr>
          </a:p>
          <a:p>
            <a:pPr>
              <a:lnSpc>
                <a:spcPct val="100000"/>
              </a:lnSpc>
              <a:buNone/>
            </a:pPr>
            <a:endParaRPr b="0" lang="en-US" sz="2000" spc="-1" strike="noStrike">
              <a:latin typeface="Arial"/>
            </a:endParaRPr>
          </a:p>
          <a:p>
            <a:pPr lvl="1" marL="864000" indent="-324000">
              <a:lnSpc>
                <a:spcPct val="100000"/>
              </a:lnSpc>
              <a:spcBef>
                <a:spcPts val="1134"/>
              </a:spcBef>
              <a:buClr>
                <a:srgbClr val="000000"/>
              </a:buClr>
              <a:buSzPct val="75000"/>
              <a:buFont typeface="Symbol"/>
              <a:buChar char=""/>
            </a:pPr>
            <a:r>
              <a:rPr b="0" lang="es-ES" sz="2000" spc="-1" strike="noStrike">
                <a:latin typeface="Calibri"/>
              </a:rPr>
              <a:t>MongoDB Community Edition es gratuita y se rige por la licencia SSPL requiere matices importantes, especialmente en lo que respecta al "código abierto" y el uso comercial</a:t>
            </a:r>
            <a:endParaRPr b="0" lang="en-US" sz="2000" spc="-1" strike="noStrike">
              <a:latin typeface="Arial"/>
            </a:endParaRPr>
          </a:p>
          <a:p>
            <a:pPr lvl="1" marL="864000" indent="-324000">
              <a:lnSpc>
                <a:spcPct val="100000"/>
              </a:lnSpc>
              <a:spcBef>
                <a:spcPts val="1134"/>
              </a:spcBef>
              <a:buClr>
                <a:srgbClr val="000000"/>
              </a:buClr>
              <a:buSzPct val="75000"/>
              <a:buFont typeface="Symbol"/>
              <a:buChar char=""/>
            </a:pPr>
            <a:r>
              <a:rPr b="0" lang="es-ES" sz="2000" spc="-1" strike="noStrike">
                <a:latin typeface="Calibri"/>
              </a:rPr>
              <a:t>Para Desarrolladores Individuales y Empresas (uso interno): La SSPL no te afecta</a:t>
            </a:r>
            <a:endParaRPr b="0" lang="en-US" sz="2000" spc="-1" strike="noStrike">
              <a:latin typeface="Arial"/>
            </a:endParaRPr>
          </a:p>
          <a:p>
            <a:pPr lvl="1" marL="864000" indent="-324000">
              <a:lnSpc>
                <a:spcPct val="100000"/>
              </a:lnSpc>
              <a:spcBef>
                <a:spcPts val="1134"/>
              </a:spcBef>
              <a:buClr>
                <a:srgbClr val="000000"/>
              </a:buClr>
              <a:buSzPct val="75000"/>
              <a:buFont typeface="Symbol"/>
              <a:buChar char=""/>
            </a:pPr>
            <a:r>
              <a:rPr b="0" lang="es-ES" sz="2000" spc="-1" strike="noStrike">
                <a:latin typeface="Calibri"/>
              </a:rPr>
              <a:t>Para Proveedores de Servicios en la Nube (DBaaS): Tienen dos opciones:</a:t>
            </a:r>
            <a:endParaRPr b="0" lang="en-US" sz="2000" spc="-1" strike="noStrike">
              <a:latin typeface="Arial"/>
            </a:endParaRPr>
          </a:p>
          <a:p>
            <a:pPr lvl="2" marL="1296000" indent="-288000">
              <a:lnSpc>
                <a:spcPct val="100000"/>
              </a:lnSpc>
              <a:spcBef>
                <a:spcPts val="850"/>
              </a:spcBef>
              <a:buClr>
                <a:srgbClr val="000000"/>
              </a:buClr>
              <a:buSzPct val="45000"/>
              <a:buFont typeface="Wingdings" charset="2"/>
              <a:buChar char=""/>
            </a:pPr>
            <a:r>
              <a:rPr b="0" lang="es-ES" sz="2000" spc="-1" strike="noStrike">
                <a:latin typeface="Calibri"/>
              </a:rPr>
              <a:t>Abrir todo su stack de gestión bajo la SSPL (algo complejo y poco probable).</a:t>
            </a:r>
            <a:endParaRPr b="0" lang="en-US" sz="2000" spc="-1" strike="noStrike">
              <a:latin typeface="Arial"/>
            </a:endParaRPr>
          </a:p>
          <a:p>
            <a:pPr lvl="2" marL="1296000" indent="-288000">
              <a:lnSpc>
                <a:spcPct val="100000"/>
              </a:lnSpc>
              <a:spcBef>
                <a:spcPts val="850"/>
              </a:spcBef>
              <a:buClr>
                <a:srgbClr val="000000"/>
              </a:buClr>
              <a:buSzPct val="45000"/>
              <a:buFont typeface="Wingdings" charset="2"/>
              <a:buChar char=""/>
            </a:pPr>
            <a:r>
              <a:rPr b="0" lang="es-ES" sz="2000" spc="-1" strike="noStrike">
                <a:latin typeface="Calibri"/>
              </a:rPr>
              <a:t>Pagar a MongoDB por una licencia comercial (Enterprise Advanced) o usar el servicio MongoDB Atlas oficial</a:t>
            </a:r>
            <a:endParaRPr b="0" lang="en-US" sz="2000" spc="-1" strike="noStrike">
              <a:latin typeface="Arial"/>
            </a:endParaRPr>
          </a:p>
        </p:txBody>
      </p:sp>
    </p:spTree>
  </p:cSld>
  <mc:AlternateContent>
    <mc:Choice Requires="p14">
      <p:transition spd="med" p14:dur="700">
        <p:fade/>
      </p:transition>
    </mc:Choice>
    <mc:Fallback>
      <p:transition spd="med">
        <p:fade/>
      </p:transition>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3" name="PlaceHolder 1"/>
          <p:cNvSpPr>
            <a:spLocks noGrp="1"/>
          </p:cNvSpPr>
          <p:nvPr>
            <p:ph type="title"/>
          </p:nvPr>
        </p:nvSpPr>
        <p:spPr>
          <a:xfrm>
            <a:off x="838080" y="365040"/>
            <a:ext cx="10509840" cy="53784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MongoDB</a:t>
            </a:r>
            <a:endParaRPr b="0" lang="en-US" sz="2400" spc="-1" strike="noStrike">
              <a:latin typeface="Arial"/>
            </a:endParaRPr>
          </a:p>
        </p:txBody>
      </p:sp>
      <p:pic>
        <p:nvPicPr>
          <p:cNvPr id="144" name="" descr=""/>
          <p:cNvPicPr/>
          <p:nvPr/>
        </p:nvPicPr>
        <p:blipFill>
          <a:blip r:embed="rId1"/>
          <a:stretch/>
        </p:blipFill>
        <p:spPr>
          <a:xfrm>
            <a:off x="2305440" y="900000"/>
            <a:ext cx="9552960" cy="507060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5" name="PlaceHolder 1"/>
          <p:cNvSpPr>
            <a:spLocks noGrp="1"/>
          </p:cNvSpPr>
          <p:nvPr>
            <p:ph type="title"/>
          </p:nvPr>
        </p:nvSpPr>
        <p:spPr>
          <a:xfrm>
            <a:off x="838080" y="365040"/>
            <a:ext cx="10509840" cy="53784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MongoDB</a:t>
            </a:r>
            <a:endParaRPr b="0" lang="en-US" sz="2400" spc="-1" strike="noStrike">
              <a:latin typeface="Arial"/>
            </a:endParaRPr>
          </a:p>
        </p:txBody>
      </p:sp>
      <p:sp>
        <p:nvSpPr>
          <p:cNvPr id="146" name="PlaceHolder 2"/>
          <p:cNvSpPr>
            <a:spLocks noGrp="1"/>
          </p:cNvSpPr>
          <p:nvPr>
            <p:ph/>
          </p:nvPr>
        </p:nvSpPr>
        <p:spPr>
          <a:xfrm>
            <a:off x="838080" y="1124640"/>
            <a:ext cx="10509840" cy="674640"/>
          </a:xfrm>
          <a:prstGeom prst="rect">
            <a:avLst/>
          </a:prstGeom>
          <a:noFill/>
          <a:ln w="0">
            <a:noFill/>
          </a:ln>
        </p:spPr>
        <p:txBody>
          <a:bodyPr lIns="90000" rIns="90000" tIns="45000" bIns="45000" anchor="t">
            <a:noAutofit/>
          </a:bodyPr>
          <a:p>
            <a:pPr marL="432000" indent="-324000">
              <a:lnSpc>
                <a:spcPct val="100000"/>
              </a:lnSpc>
              <a:buClr>
                <a:srgbClr val="000000"/>
              </a:buClr>
              <a:buFont typeface="Wingdings" charset="2"/>
              <a:buChar char=""/>
            </a:pPr>
            <a:r>
              <a:rPr b="0" lang="en-US" sz="1800" spc="-1" strike="noStrike">
                <a:latin typeface="Arial"/>
              </a:rPr>
              <a:t> </a:t>
            </a:r>
            <a:r>
              <a:rPr b="1" lang="es-ES" sz="2400" spc="-1" strike="noStrike">
                <a:latin typeface="Calibri"/>
              </a:rPr>
              <a:t>Despliegue en todos los sistemas operativos y en Docker</a:t>
            </a:r>
            <a:endParaRPr b="0" lang="en-US" sz="2400" spc="-1" strike="noStrike">
              <a:latin typeface="Arial"/>
            </a:endParaRPr>
          </a:p>
        </p:txBody>
      </p:sp>
      <p:pic>
        <p:nvPicPr>
          <p:cNvPr id="147" name="" descr=""/>
          <p:cNvPicPr/>
          <p:nvPr/>
        </p:nvPicPr>
        <p:blipFill>
          <a:blip r:embed="rId1"/>
          <a:stretch/>
        </p:blipFill>
        <p:spPr>
          <a:xfrm>
            <a:off x="1260000" y="2520000"/>
            <a:ext cx="6416640" cy="2176560"/>
          </a:xfrm>
          <a:prstGeom prst="rect">
            <a:avLst/>
          </a:prstGeom>
          <a:ln w="0">
            <a:noFill/>
          </a:ln>
        </p:spPr>
      </p:pic>
      <p:pic>
        <p:nvPicPr>
          <p:cNvPr id="148" name="" descr=""/>
          <p:cNvPicPr/>
          <p:nvPr/>
        </p:nvPicPr>
        <p:blipFill>
          <a:blip r:embed="rId2"/>
          <a:stretch/>
        </p:blipFill>
        <p:spPr>
          <a:xfrm>
            <a:off x="7920000" y="2329560"/>
            <a:ext cx="3059280" cy="265320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9" name="PlaceHolder 1"/>
          <p:cNvSpPr>
            <a:spLocks noGrp="1"/>
          </p:cNvSpPr>
          <p:nvPr>
            <p:ph type="title"/>
          </p:nvPr>
        </p:nvSpPr>
        <p:spPr>
          <a:xfrm>
            <a:off x="838080" y="365040"/>
            <a:ext cx="10509840" cy="53784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MongoDB</a:t>
            </a:r>
            <a:endParaRPr b="0" lang="en-US" sz="2400" spc="-1" strike="noStrike">
              <a:latin typeface="Arial"/>
            </a:endParaRPr>
          </a:p>
        </p:txBody>
      </p:sp>
      <p:sp>
        <p:nvSpPr>
          <p:cNvPr id="150" name="PlaceHolder 2"/>
          <p:cNvSpPr>
            <a:spLocks noGrp="1"/>
          </p:cNvSpPr>
          <p:nvPr>
            <p:ph/>
          </p:nvPr>
        </p:nvSpPr>
        <p:spPr>
          <a:xfrm>
            <a:off x="838080" y="1124640"/>
            <a:ext cx="10509840" cy="494640"/>
          </a:xfrm>
          <a:prstGeom prst="rect">
            <a:avLst/>
          </a:prstGeom>
          <a:noFill/>
          <a:ln w="0">
            <a:noFill/>
          </a:ln>
        </p:spPr>
        <p:txBody>
          <a:bodyPr lIns="90000" rIns="90000" tIns="45000" bIns="45000" anchor="t">
            <a:noAutofit/>
          </a:bodyPr>
          <a:p>
            <a:pPr marL="432000" indent="-324000">
              <a:lnSpc>
                <a:spcPct val="100000"/>
              </a:lnSpc>
              <a:buClr>
                <a:srgbClr val="000000"/>
              </a:buClr>
              <a:buFont typeface="Wingdings" charset="2"/>
              <a:buChar char=""/>
            </a:pPr>
            <a:r>
              <a:rPr b="0" lang="en-US" sz="1800" spc="-1" strike="noStrike">
                <a:latin typeface="Arial"/>
              </a:rPr>
              <a:t> </a:t>
            </a:r>
            <a:r>
              <a:rPr b="1" lang="es-ES" sz="2400" spc="-1" strike="noStrike">
                <a:latin typeface="Calibri"/>
              </a:rPr>
              <a:t>Despliegue en todas las plataformas cloud</a:t>
            </a:r>
            <a:endParaRPr b="0" lang="en-US" sz="2400" spc="-1" strike="noStrike">
              <a:latin typeface="Arial"/>
            </a:endParaRPr>
          </a:p>
        </p:txBody>
      </p:sp>
      <p:pic>
        <p:nvPicPr>
          <p:cNvPr id="151" name="" descr=""/>
          <p:cNvPicPr/>
          <p:nvPr/>
        </p:nvPicPr>
        <p:blipFill>
          <a:blip r:embed="rId1"/>
          <a:stretch/>
        </p:blipFill>
        <p:spPr>
          <a:xfrm>
            <a:off x="2880000" y="1882440"/>
            <a:ext cx="6839280" cy="412812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2" name="PlaceHolder 1"/>
          <p:cNvSpPr>
            <a:spLocks noGrp="1"/>
          </p:cNvSpPr>
          <p:nvPr>
            <p:ph type="title"/>
          </p:nvPr>
        </p:nvSpPr>
        <p:spPr>
          <a:xfrm>
            <a:off x="838080" y="365040"/>
            <a:ext cx="10509840" cy="53784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MongoDB</a:t>
            </a:r>
            <a:endParaRPr b="0" lang="en-US" sz="2400" spc="-1" strike="noStrike">
              <a:latin typeface="Arial"/>
            </a:endParaRPr>
          </a:p>
        </p:txBody>
      </p:sp>
      <p:pic>
        <p:nvPicPr>
          <p:cNvPr id="153" name="" descr=""/>
          <p:cNvPicPr/>
          <p:nvPr/>
        </p:nvPicPr>
        <p:blipFill>
          <a:blip r:embed="rId1"/>
          <a:stretch/>
        </p:blipFill>
        <p:spPr>
          <a:xfrm>
            <a:off x="999720" y="869400"/>
            <a:ext cx="10276560" cy="510444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4" name="PlaceHolder 1"/>
          <p:cNvSpPr>
            <a:spLocks noGrp="1"/>
          </p:cNvSpPr>
          <p:nvPr>
            <p:ph type="title"/>
          </p:nvPr>
        </p:nvSpPr>
        <p:spPr>
          <a:xfrm>
            <a:off x="838080" y="365040"/>
            <a:ext cx="10509840" cy="53784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MongoDB</a:t>
            </a:r>
            <a:endParaRPr b="0" lang="en-US" sz="2400" spc="-1" strike="noStrike">
              <a:latin typeface="Arial"/>
            </a:endParaRPr>
          </a:p>
        </p:txBody>
      </p:sp>
      <p:sp>
        <p:nvSpPr>
          <p:cNvPr id="155" name="PlaceHolder 2"/>
          <p:cNvSpPr>
            <a:spLocks noGrp="1"/>
          </p:cNvSpPr>
          <p:nvPr>
            <p:ph/>
          </p:nvPr>
        </p:nvSpPr>
        <p:spPr>
          <a:xfrm>
            <a:off x="838080" y="1124640"/>
            <a:ext cx="10509840" cy="3194640"/>
          </a:xfrm>
          <a:prstGeom prst="rect">
            <a:avLst/>
          </a:prstGeom>
          <a:noFill/>
          <a:ln w="0">
            <a:noFill/>
          </a:ln>
        </p:spPr>
        <p:txBody>
          <a:bodyPr lIns="90000" rIns="90000" tIns="45000" bIns="45000" anchor="t">
            <a:noAutofit/>
          </a:bodyPr>
          <a:p>
            <a:pPr marL="432000" indent="-324000">
              <a:lnSpc>
                <a:spcPct val="100000"/>
              </a:lnSpc>
              <a:buClr>
                <a:srgbClr val="000000"/>
              </a:buClr>
              <a:buFont typeface="Wingdings" charset="2"/>
              <a:buChar char=""/>
            </a:pPr>
            <a:r>
              <a:rPr b="0" lang="en-US" sz="1800" spc="-1" strike="noStrike">
                <a:latin typeface="Arial"/>
              </a:rPr>
              <a:t> </a:t>
            </a:r>
            <a:r>
              <a:rPr b="1" lang="es-ES" sz="2400" spc="-1" strike="noStrike">
                <a:latin typeface="Calibri"/>
              </a:rPr>
              <a:t>Documentos</a:t>
            </a:r>
            <a:endParaRPr b="0" lang="en-US" sz="2400" spc="-1" strike="noStrike">
              <a:latin typeface="Arial"/>
            </a:endParaRPr>
          </a:p>
          <a:p>
            <a:pPr lvl="1" marL="864000" indent="-324000">
              <a:lnSpc>
                <a:spcPct val="100000"/>
              </a:lnSpc>
              <a:spcBef>
                <a:spcPts val="1134"/>
              </a:spcBef>
              <a:buClr>
                <a:srgbClr val="000000"/>
              </a:buClr>
              <a:buSzPct val="75000"/>
              <a:buFont typeface="Symbol"/>
              <a:buChar char=""/>
            </a:pPr>
            <a:r>
              <a:rPr b="0" lang="es-ES" sz="2000" spc="-1" strike="noStrike">
                <a:latin typeface="Calibri"/>
              </a:rPr>
              <a:t>los datos se almacenan en documentos que utilizan una estructura similar a JSON (JavaScript Object Notation), pero internamente en un formato binario llamado BSON (Binary JSON)</a:t>
            </a:r>
            <a:endParaRPr b="0" lang="en-US" sz="2000" spc="-1" strike="noStrike">
              <a:latin typeface="Arial"/>
            </a:endParaRPr>
          </a:p>
          <a:p>
            <a:pPr lvl="1" marL="864000" indent="-324000">
              <a:lnSpc>
                <a:spcPct val="100000"/>
              </a:lnSpc>
              <a:spcBef>
                <a:spcPts val="1134"/>
              </a:spcBef>
              <a:buClr>
                <a:srgbClr val="000000"/>
              </a:buClr>
              <a:buSzPct val="75000"/>
              <a:buFont typeface="Symbol"/>
              <a:buChar char=""/>
            </a:pPr>
            <a:r>
              <a:rPr b="0" lang="es-ES" sz="2000" spc="-1" strike="noStrike">
                <a:latin typeface="Calibri"/>
              </a:rPr>
              <a:t>Se compone de pares campo-valor (key-value pairs)</a:t>
            </a:r>
            <a:endParaRPr b="0" lang="en-US" sz="2000" spc="-1" strike="noStrike">
              <a:latin typeface="Arial"/>
            </a:endParaRPr>
          </a:p>
          <a:p>
            <a:pPr lvl="1" marL="864000" indent="-324000">
              <a:lnSpc>
                <a:spcPct val="100000"/>
              </a:lnSpc>
              <a:spcBef>
                <a:spcPts val="1134"/>
              </a:spcBef>
              <a:buClr>
                <a:srgbClr val="000000"/>
              </a:buClr>
              <a:buSzPct val="75000"/>
              <a:buFont typeface="Symbol"/>
              <a:buChar char=""/>
            </a:pPr>
            <a:r>
              <a:rPr b="0" lang="es-ES" sz="2000" spc="-1" strike="noStrike">
                <a:latin typeface="Calibri"/>
              </a:rPr>
              <a:t>Los documentos dentro de la misma colección no necesitan tener los mismos campos</a:t>
            </a:r>
            <a:endParaRPr b="0" lang="en-US" sz="2000" spc="-1" strike="noStrike">
              <a:latin typeface="Arial"/>
            </a:endParaRPr>
          </a:p>
          <a:p>
            <a:pPr lvl="1" marL="864000" indent="-324000">
              <a:lnSpc>
                <a:spcPct val="100000"/>
              </a:lnSpc>
              <a:spcBef>
                <a:spcPts val="1134"/>
              </a:spcBef>
              <a:buClr>
                <a:srgbClr val="000000"/>
              </a:buClr>
              <a:buSzPct val="75000"/>
              <a:buFont typeface="Symbol"/>
              <a:buChar char=""/>
            </a:pPr>
            <a:r>
              <a:rPr b="0" lang="es-ES" sz="2000" spc="-1" strike="noStrike">
                <a:latin typeface="Calibri"/>
              </a:rPr>
              <a:t>Cada documento requiere un campo _id único</a:t>
            </a:r>
            <a:endParaRPr b="0" lang="en-US" sz="2000" spc="-1" strike="noStrike">
              <a:latin typeface="Arial"/>
            </a:endParaRPr>
          </a:p>
        </p:txBody>
      </p:sp>
      <p:pic>
        <p:nvPicPr>
          <p:cNvPr id="156" name="" descr=""/>
          <p:cNvPicPr/>
          <p:nvPr/>
        </p:nvPicPr>
        <p:blipFill>
          <a:blip r:embed="rId1"/>
          <a:stretch/>
        </p:blipFill>
        <p:spPr>
          <a:xfrm>
            <a:off x="2383560" y="4156200"/>
            <a:ext cx="7875720" cy="196308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7" name="PlaceHolder 1"/>
          <p:cNvSpPr>
            <a:spLocks noGrp="1"/>
          </p:cNvSpPr>
          <p:nvPr>
            <p:ph type="title"/>
          </p:nvPr>
        </p:nvSpPr>
        <p:spPr>
          <a:xfrm>
            <a:off x="838080" y="365040"/>
            <a:ext cx="10509840" cy="53784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MongoDB</a:t>
            </a:r>
            <a:endParaRPr b="0" lang="en-US" sz="2400" spc="-1" strike="noStrike">
              <a:latin typeface="Arial"/>
            </a:endParaRPr>
          </a:p>
        </p:txBody>
      </p:sp>
      <p:pic>
        <p:nvPicPr>
          <p:cNvPr id="158" name="" descr=""/>
          <p:cNvPicPr/>
          <p:nvPr/>
        </p:nvPicPr>
        <p:blipFill>
          <a:blip r:embed="rId1"/>
          <a:stretch/>
        </p:blipFill>
        <p:spPr>
          <a:xfrm>
            <a:off x="1528560" y="1440000"/>
            <a:ext cx="9630720" cy="375408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9" name="PlaceHolder 1"/>
          <p:cNvSpPr>
            <a:spLocks noGrp="1"/>
          </p:cNvSpPr>
          <p:nvPr>
            <p:ph type="title"/>
          </p:nvPr>
        </p:nvSpPr>
        <p:spPr>
          <a:xfrm>
            <a:off x="838080" y="365040"/>
            <a:ext cx="10509840" cy="53784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Arquitectura de MongoDB</a:t>
            </a:r>
            <a:endParaRPr b="0" lang="en-US" sz="2400" spc="-1" strike="noStrike">
              <a:latin typeface="Arial"/>
            </a:endParaRPr>
          </a:p>
        </p:txBody>
      </p:sp>
      <p:pic>
        <p:nvPicPr>
          <p:cNvPr id="160" name="" descr=""/>
          <p:cNvPicPr/>
          <p:nvPr/>
        </p:nvPicPr>
        <p:blipFill>
          <a:blip r:embed="rId1"/>
          <a:stretch/>
        </p:blipFill>
        <p:spPr>
          <a:xfrm>
            <a:off x="1620000" y="1440000"/>
            <a:ext cx="8951760" cy="336348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1" name="PlaceHolder 1"/>
          <p:cNvSpPr>
            <a:spLocks noGrp="1"/>
          </p:cNvSpPr>
          <p:nvPr>
            <p:ph type="title"/>
          </p:nvPr>
        </p:nvSpPr>
        <p:spPr>
          <a:xfrm>
            <a:off x="838080" y="365040"/>
            <a:ext cx="10509840" cy="53784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Arquitectura de MongoDB</a:t>
            </a:r>
            <a:endParaRPr b="0" lang="en-US" sz="2400" spc="-1" strike="noStrike">
              <a:latin typeface="Arial"/>
            </a:endParaRPr>
          </a:p>
        </p:txBody>
      </p:sp>
      <p:pic>
        <p:nvPicPr>
          <p:cNvPr id="162" name="" descr=""/>
          <p:cNvPicPr/>
          <p:nvPr/>
        </p:nvPicPr>
        <p:blipFill>
          <a:blip r:embed="rId1"/>
          <a:stretch/>
        </p:blipFill>
        <p:spPr>
          <a:xfrm>
            <a:off x="1800000" y="1440000"/>
            <a:ext cx="8999280" cy="400752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3" name="PlaceHolder 1"/>
          <p:cNvSpPr>
            <a:spLocks noGrp="1"/>
          </p:cNvSpPr>
          <p:nvPr>
            <p:ph type="title"/>
          </p:nvPr>
        </p:nvSpPr>
        <p:spPr>
          <a:xfrm>
            <a:off x="838080" y="365040"/>
            <a:ext cx="10509840" cy="53784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Arquitectura de MongoDB</a:t>
            </a:r>
            <a:endParaRPr b="0" lang="en-US" sz="2400" spc="-1" strike="noStrike">
              <a:latin typeface="Arial"/>
            </a:endParaRPr>
          </a:p>
        </p:txBody>
      </p:sp>
      <p:pic>
        <p:nvPicPr>
          <p:cNvPr id="164" name="" descr=""/>
          <p:cNvPicPr/>
          <p:nvPr/>
        </p:nvPicPr>
        <p:blipFill>
          <a:blip r:embed="rId1"/>
          <a:stretch/>
        </p:blipFill>
        <p:spPr>
          <a:xfrm>
            <a:off x="2160000" y="903600"/>
            <a:ext cx="7739280" cy="516636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5" name="PlaceHolder 1"/>
          <p:cNvSpPr>
            <a:spLocks noGrp="1"/>
          </p:cNvSpPr>
          <p:nvPr>
            <p:ph type="title"/>
          </p:nvPr>
        </p:nvSpPr>
        <p:spPr>
          <a:xfrm>
            <a:off x="838080" y="365040"/>
            <a:ext cx="10509840" cy="53784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Arquitectura de MongoDB</a:t>
            </a:r>
            <a:endParaRPr b="0" lang="en-US" sz="2400" spc="-1" strike="noStrike">
              <a:latin typeface="Arial"/>
            </a:endParaRPr>
          </a:p>
        </p:txBody>
      </p:sp>
      <p:pic>
        <p:nvPicPr>
          <p:cNvPr id="166" name="" descr=""/>
          <p:cNvPicPr/>
          <p:nvPr/>
        </p:nvPicPr>
        <p:blipFill>
          <a:blip r:embed="rId1"/>
          <a:stretch/>
        </p:blipFill>
        <p:spPr>
          <a:xfrm>
            <a:off x="2429280" y="592560"/>
            <a:ext cx="8550000" cy="544536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7" name="PlaceHolder 1"/>
          <p:cNvSpPr>
            <a:spLocks noGrp="1"/>
          </p:cNvSpPr>
          <p:nvPr>
            <p:ph type="title"/>
          </p:nvPr>
        </p:nvSpPr>
        <p:spPr>
          <a:xfrm>
            <a:off x="838080" y="365040"/>
            <a:ext cx="10509840" cy="53784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Estructura de los datos en MongoDB</a:t>
            </a:r>
            <a:endParaRPr b="0" lang="en-US" sz="2400" spc="-1" strike="noStrike">
              <a:latin typeface="Arial"/>
            </a:endParaRPr>
          </a:p>
        </p:txBody>
      </p:sp>
      <p:pic>
        <p:nvPicPr>
          <p:cNvPr id="168" name="" descr=""/>
          <p:cNvPicPr/>
          <p:nvPr/>
        </p:nvPicPr>
        <p:blipFill>
          <a:blip r:embed="rId1"/>
          <a:stretch/>
        </p:blipFill>
        <p:spPr>
          <a:xfrm>
            <a:off x="1614960" y="1389240"/>
            <a:ext cx="9184320" cy="437004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9" name="PlaceHolder 1"/>
          <p:cNvSpPr>
            <a:spLocks noGrp="1"/>
          </p:cNvSpPr>
          <p:nvPr>
            <p:ph type="title"/>
          </p:nvPr>
        </p:nvSpPr>
        <p:spPr>
          <a:xfrm>
            <a:off x="838080" y="365040"/>
            <a:ext cx="10509840" cy="53784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Estructura de los datos en MongoDB</a:t>
            </a:r>
            <a:endParaRPr b="0" lang="en-US" sz="2400" spc="-1" strike="noStrike">
              <a:latin typeface="Arial"/>
            </a:endParaRPr>
          </a:p>
        </p:txBody>
      </p:sp>
      <p:pic>
        <p:nvPicPr>
          <p:cNvPr id="170" name="" descr=""/>
          <p:cNvPicPr/>
          <p:nvPr/>
        </p:nvPicPr>
        <p:blipFill>
          <a:blip r:embed="rId1"/>
          <a:srcRect l="0" t="2105" r="0" b="3104"/>
          <a:stretch/>
        </p:blipFill>
        <p:spPr>
          <a:xfrm>
            <a:off x="2520000" y="1260000"/>
            <a:ext cx="8099280" cy="431892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1" name="PlaceHolder 1"/>
          <p:cNvSpPr>
            <a:spLocks noGrp="1"/>
          </p:cNvSpPr>
          <p:nvPr>
            <p:ph type="title"/>
          </p:nvPr>
        </p:nvSpPr>
        <p:spPr>
          <a:xfrm>
            <a:off x="838080" y="365040"/>
            <a:ext cx="10509840" cy="53784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MongoDB</a:t>
            </a:r>
            <a:endParaRPr b="0" lang="en-US" sz="2400" spc="-1" strike="noStrike">
              <a:latin typeface="Arial"/>
            </a:endParaRPr>
          </a:p>
        </p:txBody>
      </p:sp>
      <p:pic>
        <p:nvPicPr>
          <p:cNvPr id="172" name="" descr=""/>
          <p:cNvPicPr/>
          <p:nvPr/>
        </p:nvPicPr>
        <p:blipFill>
          <a:blip r:embed="rId1"/>
          <a:stretch/>
        </p:blipFill>
        <p:spPr>
          <a:xfrm>
            <a:off x="2700000" y="929160"/>
            <a:ext cx="7019280" cy="503784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3" name="PlaceHolder 1"/>
          <p:cNvSpPr>
            <a:spLocks noGrp="1"/>
          </p:cNvSpPr>
          <p:nvPr>
            <p:ph type="title"/>
          </p:nvPr>
        </p:nvSpPr>
        <p:spPr>
          <a:xfrm>
            <a:off x="838080" y="365040"/>
            <a:ext cx="10509840" cy="53784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MongoDB</a:t>
            </a:r>
            <a:endParaRPr b="0" lang="en-US" sz="2400" spc="-1" strike="noStrike">
              <a:latin typeface="Arial"/>
            </a:endParaRPr>
          </a:p>
        </p:txBody>
      </p:sp>
      <p:pic>
        <p:nvPicPr>
          <p:cNvPr id="174" name="" descr=""/>
          <p:cNvPicPr/>
          <p:nvPr/>
        </p:nvPicPr>
        <p:blipFill>
          <a:blip r:embed="rId1"/>
          <a:stretch/>
        </p:blipFill>
        <p:spPr>
          <a:xfrm>
            <a:off x="5940000" y="247680"/>
            <a:ext cx="4307400" cy="2271600"/>
          </a:xfrm>
          <a:prstGeom prst="rect">
            <a:avLst/>
          </a:prstGeom>
          <a:ln w="0">
            <a:noFill/>
          </a:ln>
        </p:spPr>
      </p:pic>
      <p:pic>
        <p:nvPicPr>
          <p:cNvPr id="175" name="" descr=""/>
          <p:cNvPicPr/>
          <p:nvPr/>
        </p:nvPicPr>
        <p:blipFill>
          <a:blip r:embed="rId2"/>
          <a:stretch/>
        </p:blipFill>
        <p:spPr>
          <a:xfrm>
            <a:off x="1620000" y="2880000"/>
            <a:ext cx="8819280" cy="295416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6" name="PlaceHolder 1"/>
          <p:cNvSpPr>
            <a:spLocks noGrp="1"/>
          </p:cNvSpPr>
          <p:nvPr>
            <p:ph type="title"/>
          </p:nvPr>
        </p:nvSpPr>
        <p:spPr>
          <a:xfrm>
            <a:off x="838080" y="365040"/>
            <a:ext cx="10509840" cy="53784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MongoDB</a:t>
            </a:r>
            <a:endParaRPr b="0" lang="en-US" sz="2400" spc="-1" strike="noStrike">
              <a:latin typeface="Arial"/>
            </a:endParaRPr>
          </a:p>
        </p:txBody>
      </p:sp>
      <p:pic>
        <p:nvPicPr>
          <p:cNvPr id="177" name="" descr=""/>
          <p:cNvPicPr/>
          <p:nvPr/>
        </p:nvPicPr>
        <p:blipFill>
          <a:blip r:embed="rId1"/>
          <a:stretch/>
        </p:blipFill>
        <p:spPr>
          <a:xfrm>
            <a:off x="2700000" y="951120"/>
            <a:ext cx="7379280" cy="498816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8" name="PlaceHolder 1"/>
          <p:cNvSpPr>
            <a:spLocks noGrp="1"/>
          </p:cNvSpPr>
          <p:nvPr>
            <p:ph type="title"/>
          </p:nvPr>
        </p:nvSpPr>
        <p:spPr>
          <a:xfrm>
            <a:off x="838080" y="365040"/>
            <a:ext cx="10509840" cy="53784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Operaciones de creación</a:t>
            </a:r>
            <a:endParaRPr b="0" lang="en-US" sz="2400" spc="-1" strike="noStrike">
              <a:latin typeface="Arial"/>
            </a:endParaRPr>
          </a:p>
        </p:txBody>
      </p:sp>
      <p:pic>
        <p:nvPicPr>
          <p:cNvPr id="179" name="" descr=""/>
          <p:cNvPicPr/>
          <p:nvPr/>
        </p:nvPicPr>
        <p:blipFill>
          <a:blip r:embed="rId1"/>
          <a:stretch/>
        </p:blipFill>
        <p:spPr>
          <a:xfrm>
            <a:off x="811440" y="1260000"/>
            <a:ext cx="4767840" cy="1300680"/>
          </a:xfrm>
          <a:prstGeom prst="rect">
            <a:avLst/>
          </a:prstGeom>
          <a:ln w="0">
            <a:noFill/>
          </a:ln>
        </p:spPr>
      </p:pic>
      <p:pic>
        <p:nvPicPr>
          <p:cNvPr id="180" name="" descr=""/>
          <p:cNvPicPr/>
          <p:nvPr/>
        </p:nvPicPr>
        <p:blipFill>
          <a:blip r:embed="rId2"/>
          <a:stretch/>
        </p:blipFill>
        <p:spPr>
          <a:xfrm>
            <a:off x="2520000" y="3226320"/>
            <a:ext cx="8099280" cy="2712960"/>
          </a:xfrm>
          <a:prstGeom prst="rect">
            <a:avLst/>
          </a:prstGeom>
          <a:ln w="0">
            <a:noFill/>
          </a:ln>
        </p:spPr>
      </p:pic>
      <p:pic>
        <p:nvPicPr>
          <p:cNvPr id="181" name="" descr=""/>
          <p:cNvPicPr/>
          <p:nvPr/>
        </p:nvPicPr>
        <p:blipFill>
          <a:blip r:embed="rId3"/>
          <a:stretch/>
        </p:blipFill>
        <p:spPr>
          <a:xfrm>
            <a:off x="5580000" y="1113840"/>
            <a:ext cx="6399720" cy="140544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2" name="PlaceHolder 1"/>
          <p:cNvSpPr>
            <a:spLocks noGrp="1"/>
          </p:cNvSpPr>
          <p:nvPr>
            <p:ph type="title"/>
          </p:nvPr>
        </p:nvSpPr>
        <p:spPr>
          <a:xfrm>
            <a:off x="838080" y="365040"/>
            <a:ext cx="10509840" cy="53784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Operaciones de creación</a:t>
            </a:r>
            <a:endParaRPr b="0" lang="en-US" sz="2400" spc="-1" strike="noStrike">
              <a:latin typeface="Arial"/>
            </a:endParaRPr>
          </a:p>
        </p:txBody>
      </p:sp>
      <p:pic>
        <p:nvPicPr>
          <p:cNvPr id="183" name="" descr=""/>
          <p:cNvPicPr/>
          <p:nvPr/>
        </p:nvPicPr>
        <p:blipFill>
          <a:blip r:embed="rId1"/>
          <a:stretch/>
        </p:blipFill>
        <p:spPr>
          <a:xfrm>
            <a:off x="4680000" y="180000"/>
            <a:ext cx="6754680" cy="1079280"/>
          </a:xfrm>
          <a:prstGeom prst="rect">
            <a:avLst/>
          </a:prstGeom>
          <a:ln w="0">
            <a:noFill/>
          </a:ln>
        </p:spPr>
      </p:pic>
      <p:pic>
        <p:nvPicPr>
          <p:cNvPr id="184" name="" descr=""/>
          <p:cNvPicPr/>
          <p:nvPr/>
        </p:nvPicPr>
        <p:blipFill>
          <a:blip r:embed="rId2"/>
          <a:stretch/>
        </p:blipFill>
        <p:spPr>
          <a:xfrm>
            <a:off x="4860000" y="1640520"/>
            <a:ext cx="5039280" cy="449244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5" name="PlaceHolder 1"/>
          <p:cNvSpPr>
            <a:spLocks noGrp="1"/>
          </p:cNvSpPr>
          <p:nvPr>
            <p:ph type="title"/>
          </p:nvPr>
        </p:nvSpPr>
        <p:spPr>
          <a:xfrm>
            <a:off x="838080" y="365040"/>
            <a:ext cx="10509840" cy="53784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Operaciones de creación</a:t>
            </a:r>
            <a:endParaRPr b="0" lang="en-US" sz="2400" spc="-1" strike="noStrike">
              <a:latin typeface="Arial"/>
            </a:endParaRPr>
          </a:p>
        </p:txBody>
      </p:sp>
      <p:pic>
        <p:nvPicPr>
          <p:cNvPr id="186" name="" descr=""/>
          <p:cNvPicPr/>
          <p:nvPr/>
        </p:nvPicPr>
        <p:blipFill>
          <a:blip r:embed="rId1"/>
          <a:stretch/>
        </p:blipFill>
        <p:spPr>
          <a:xfrm>
            <a:off x="2700000" y="1157760"/>
            <a:ext cx="6479280" cy="496152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7" name="PlaceHolder 1"/>
          <p:cNvSpPr>
            <a:spLocks noGrp="1"/>
          </p:cNvSpPr>
          <p:nvPr>
            <p:ph type="title"/>
          </p:nvPr>
        </p:nvSpPr>
        <p:spPr>
          <a:xfrm>
            <a:off x="838080" y="365040"/>
            <a:ext cx="10509840" cy="53784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Operaciones de creación</a:t>
            </a:r>
            <a:endParaRPr b="0" lang="en-US" sz="2400" spc="-1" strike="noStrike">
              <a:latin typeface="Arial"/>
            </a:endParaRPr>
          </a:p>
        </p:txBody>
      </p:sp>
      <p:pic>
        <p:nvPicPr>
          <p:cNvPr id="188" name="" descr=""/>
          <p:cNvPicPr/>
          <p:nvPr/>
        </p:nvPicPr>
        <p:blipFill>
          <a:blip r:embed="rId1"/>
          <a:stretch/>
        </p:blipFill>
        <p:spPr>
          <a:xfrm>
            <a:off x="2340000" y="1080000"/>
            <a:ext cx="7199280" cy="498924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4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9" name="PlaceHolder 1"/>
          <p:cNvSpPr>
            <a:spLocks noGrp="1"/>
          </p:cNvSpPr>
          <p:nvPr>
            <p:ph type="title"/>
          </p:nvPr>
        </p:nvSpPr>
        <p:spPr>
          <a:xfrm>
            <a:off x="838080" y="365040"/>
            <a:ext cx="10509840" cy="53784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Operaciones de creación</a:t>
            </a:r>
            <a:endParaRPr b="0" lang="en-US" sz="2400" spc="-1" strike="noStrike">
              <a:latin typeface="Arial"/>
            </a:endParaRPr>
          </a:p>
        </p:txBody>
      </p:sp>
      <p:pic>
        <p:nvPicPr>
          <p:cNvPr id="190" name="" descr=""/>
          <p:cNvPicPr/>
          <p:nvPr/>
        </p:nvPicPr>
        <p:blipFill>
          <a:blip r:embed="rId1"/>
          <a:stretch/>
        </p:blipFill>
        <p:spPr>
          <a:xfrm>
            <a:off x="2340000" y="1053000"/>
            <a:ext cx="7019280" cy="499176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4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1" name="PlaceHolder 1"/>
          <p:cNvSpPr>
            <a:spLocks noGrp="1"/>
          </p:cNvSpPr>
          <p:nvPr>
            <p:ph type="title"/>
          </p:nvPr>
        </p:nvSpPr>
        <p:spPr>
          <a:xfrm>
            <a:off x="838080" y="365040"/>
            <a:ext cx="10509840" cy="53784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Operaciones de creación</a:t>
            </a:r>
            <a:endParaRPr b="0" lang="en-US" sz="2400" spc="-1" strike="noStrike">
              <a:latin typeface="Arial"/>
            </a:endParaRPr>
          </a:p>
        </p:txBody>
      </p:sp>
      <p:pic>
        <p:nvPicPr>
          <p:cNvPr id="192" name="" descr=""/>
          <p:cNvPicPr/>
          <p:nvPr/>
        </p:nvPicPr>
        <p:blipFill>
          <a:blip r:embed="rId1"/>
          <a:stretch/>
        </p:blipFill>
        <p:spPr>
          <a:xfrm>
            <a:off x="2520000" y="1080000"/>
            <a:ext cx="6119280" cy="498780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4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3" name="PlaceHolder 1"/>
          <p:cNvSpPr>
            <a:spLocks noGrp="1"/>
          </p:cNvSpPr>
          <p:nvPr>
            <p:ph type="title"/>
          </p:nvPr>
        </p:nvSpPr>
        <p:spPr>
          <a:xfrm>
            <a:off x="838080" y="365040"/>
            <a:ext cx="10509840" cy="53784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Operaciones de consulta</a:t>
            </a:r>
            <a:endParaRPr b="0" lang="en-US" sz="2400" spc="-1" strike="noStrike">
              <a:latin typeface="Arial"/>
            </a:endParaRPr>
          </a:p>
        </p:txBody>
      </p:sp>
      <p:pic>
        <p:nvPicPr>
          <p:cNvPr id="194" name="" descr=""/>
          <p:cNvPicPr/>
          <p:nvPr/>
        </p:nvPicPr>
        <p:blipFill>
          <a:blip r:embed="rId1"/>
          <a:srcRect l="0" t="0" r="0" b="40955"/>
          <a:stretch/>
        </p:blipFill>
        <p:spPr>
          <a:xfrm>
            <a:off x="3240000" y="1080000"/>
            <a:ext cx="6299280" cy="2698920"/>
          </a:xfrm>
          <a:prstGeom prst="rect">
            <a:avLst/>
          </a:prstGeom>
          <a:ln w="0">
            <a:noFill/>
          </a:ln>
        </p:spPr>
      </p:pic>
      <p:pic>
        <p:nvPicPr>
          <p:cNvPr id="195" name="" descr=""/>
          <p:cNvPicPr/>
          <p:nvPr/>
        </p:nvPicPr>
        <p:blipFill>
          <a:blip r:embed="rId2"/>
          <a:srcRect l="8507" t="18631" r="8810" b="39595"/>
          <a:stretch/>
        </p:blipFill>
        <p:spPr>
          <a:xfrm>
            <a:off x="2340000" y="4050360"/>
            <a:ext cx="8818920" cy="188892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4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6" name="PlaceHolder 1"/>
          <p:cNvSpPr>
            <a:spLocks noGrp="1"/>
          </p:cNvSpPr>
          <p:nvPr>
            <p:ph type="title"/>
          </p:nvPr>
        </p:nvSpPr>
        <p:spPr>
          <a:xfrm>
            <a:off x="838080" y="365040"/>
            <a:ext cx="10509840" cy="53784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Operaciones de consulta</a:t>
            </a:r>
            <a:endParaRPr b="0" lang="en-US" sz="2400" spc="-1" strike="noStrike">
              <a:latin typeface="Arial"/>
            </a:endParaRPr>
          </a:p>
        </p:txBody>
      </p:sp>
      <p:pic>
        <p:nvPicPr>
          <p:cNvPr id="197" name="" descr=""/>
          <p:cNvPicPr/>
          <p:nvPr/>
        </p:nvPicPr>
        <p:blipFill>
          <a:blip r:embed="rId1"/>
          <a:srcRect l="0" t="0" r="7569" b="0"/>
          <a:stretch/>
        </p:blipFill>
        <p:spPr>
          <a:xfrm>
            <a:off x="180000" y="2118960"/>
            <a:ext cx="6299280" cy="2281320"/>
          </a:xfrm>
          <a:prstGeom prst="rect">
            <a:avLst/>
          </a:prstGeom>
          <a:ln w="0">
            <a:noFill/>
          </a:ln>
        </p:spPr>
      </p:pic>
      <p:pic>
        <p:nvPicPr>
          <p:cNvPr id="198" name="" descr=""/>
          <p:cNvPicPr/>
          <p:nvPr/>
        </p:nvPicPr>
        <p:blipFill>
          <a:blip r:embed="rId2"/>
          <a:srcRect l="0" t="3411" r="24889" b="0"/>
          <a:stretch/>
        </p:blipFill>
        <p:spPr>
          <a:xfrm>
            <a:off x="6660000" y="180000"/>
            <a:ext cx="4679280" cy="581724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5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9" name="PlaceHolder 1"/>
          <p:cNvSpPr>
            <a:spLocks noGrp="1"/>
          </p:cNvSpPr>
          <p:nvPr>
            <p:ph type="title"/>
          </p:nvPr>
        </p:nvSpPr>
        <p:spPr>
          <a:xfrm>
            <a:off x="838080" y="365040"/>
            <a:ext cx="10509840" cy="53784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Operaciones de consulta</a:t>
            </a:r>
            <a:endParaRPr b="0" lang="en-US" sz="2400" spc="-1" strike="noStrike">
              <a:latin typeface="Arial"/>
            </a:endParaRPr>
          </a:p>
        </p:txBody>
      </p:sp>
      <p:pic>
        <p:nvPicPr>
          <p:cNvPr id="200" name="" descr=""/>
          <p:cNvPicPr/>
          <p:nvPr/>
        </p:nvPicPr>
        <p:blipFill>
          <a:blip r:embed="rId1"/>
          <a:stretch/>
        </p:blipFill>
        <p:spPr>
          <a:xfrm>
            <a:off x="1261800" y="988920"/>
            <a:ext cx="9752400" cy="486612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5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1" name="PlaceHolder 1"/>
          <p:cNvSpPr>
            <a:spLocks noGrp="1"/>
          </p:cNvSpPr>
          <p:nvPr>
            <p:ph type="title"/>
          </p:nvPr>
        </p:nvSpPr>
        <p:spPr>
          <a:xfrm>
            <a:off x="838080" y="365040"/>
            <a:ext cx="10509840" cy="53784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Operaciones de consulta</a:t>
            </a:r>
            <a:endParaRPr b="0" lang="en-US" sz="2400" spc="-1" strike="noStrike">
              <a:latin typeface="Arial"/>
            </a:endParaRPr>
          </a:p>
        </p:txBody>
      </p:sp>
      <p:pic>
        <p:nvPicPr>
          <p:cNvPr id="202" name="" descr=""/>
          <p:cNvPicPr/>
          <p:nvPr/>
        </p:nvPicPr>
        <p:blipFill>
          <a:blip r:embed="rId1"/>
          <a:stretch/>
        </p:blipFill>
        <p:spPr>
          <a:xfrm>
            <a:off x="2880000" y="1080000"/>
            <a:ext cx="7199280" cy="468252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5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3" name="PlaceHolder 1"/>
          <p:cNvSpPr>
            <a:spLocks noGrp="1"/>
          </p:cNvSpPr>
          <p:nvPr>
            <p:ph type="title"/>
          </p:nvPr>
        </p:nvSpPr>
        <p:spPr>
          <a:xfrm>
            <a:off x="838080" y="365040"/>
            <a:ext cx="10509840" cy="53784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Operaciones de consulta</a:t>
            </a:r>
            <a:endParaRPr b="0" lang="en-US" sz="2400" spc="-1" strike="noStrike">
              <a:latin typeface="Arial"/>
            </a:endParaRPr>
          </a:p>
        </p:txBody>
      </p:sp>
      <p:pic>
        <p:nvPicPr>
          <p:cNvPr id="204" name="" descr=""/>
          <p:cNvPicPr/>
          <p:nvPr/>
        </p:nvPicPr>
        <p:blipFill>
          <a:blip r:embed="rId1"/>
          <a:stretch/>
        </p:blipFill>
        <p:spPr>
          <a:xfrm>
            <a:off x="2700000" y="1181160"/>
            <a:ext cx="7098840" cy="457812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5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5" name="PlaceHolder 1"/>
          <p:cNvSpPr>
            <a:spLocks noGrp="1"/>
          </p:cNvSpPr>
          <p:nvPr>
            <p:ph type="title"/>
          </p:nvPr>
        </p:nvSpPr>
        <p:spPr>
          <a:xfrm>
            <a:off x="838080" y="365040"/>
            <a:ext cx="10509840" cy="53784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Operaciones de consulta</a:t>
            </a:r>
            <a:endParaRPr b="0" lang="en-US" sz="2400" spc="-1" strike="noStrike">
              <a:latin typeface="Arial"/>
            </a:endParaRPr>
          </a:p>
        </p:txBody>
      </p:sp>
      <p:pic>
        <p:nvPicPr>
          <p:cNvPr id="206" name="" descr=""/>
          <p:cNvPicPr/>
          <p:nvPr/>
        </p:nvPicPr>
        <p:blipFill>
          <a:blip r:embed="rId1"/>
          <a:stretch/>
        </p:blipFill>
        <p:spPr>
          <a:xfrm>
            <a:off x="3633840" y="1014840"/>
            <a:ext cx="6805440" cy="4744440"/>
          </a:xfrm>
          <a:prstGeom prst="rect">
            <a:avLst/>
          </a:prstGeom>
          <a:ln w="0">
            <a:noFill/>
          </a:ln>
        </p:spPr>
      </p:pic>
      <p:sp>
        <p:nvSpPr>
          <p:cNvPr id="207" name=""/>
          <p:cNvSpPr/>
          <p:nvPr/>
        </p:nvSpPr>
        <p:spPr>
          <a:xfrm>
            <a:off x="720000" y="2700000"/>
            <a:ext cx="1799280" cy="39456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1" lang="en-US" sz="2400" spc="-1" strike="noStrike">
                <a:solidFill>
                  <a:srgbClr val="083796"/>
                </a:solidFill>
                <a:latin typeface="Calibri"/>
                <a:ea typeface="DejaVu Sans"/>
              </a:rPr>
              <a:t>ARRAYS</a:t>
            </a:r>
            <a:endParaRPr b="0" lang="en-US" sz="2400" spc="-1" strike="noStrike">
              <a:latin typeface="Arial"/>
            </a:endParaRPr>
          </a:p>
        </p:txBody>
      </p:sp>
    </p:spTree>
  </p:cSld>
  <mc:AlternateContent>
    <mc:Choice Requires="p14">
      <p:transition spd="med" p14:dur="700">
        <p:fade/>
      </p:transition>
    </mc:Choice>
    <mc:Fallback>
      <p:transition spd="med">
        <p:fade/>
      </p:transition>
    </mc:Fallback>
  </mc:AlternateContent>
</p:sld>
</file>

<file path=ppt/slides/slide5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8" name="PlaceHolder 1"/>
          <p:cNvSpPr>
            <a:spLocks noGrp="1"/>
          </p:cNvSpPr>
          <p:nvPr>
            <p:ph type="title"/>
          </p:nvPr>
        </p:nvSpPr>
        <p:spPr>
          <a:xfrm>
            <a:off x="838080" y="365040"/>
            <a:ext cx="10509840" cy="53784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Operaciones de consulta</a:t>
            </a:r>
            <a:endParaRPr b="0" lang="en-US" sz="2400" spc="-1" strike="noStrike">
              <a:latin typeface="Arial"/>
            </a:endParaRPr>
          </a:p>
        </p:txBody>
      </p:sp>
      <p:pic>
        <p:nvPicPr>
          <p:cNvPr id="209" name="" descr=""/>
          <p:cNvPicPr/>
          <p:nvPr/>
        </p:nvPicPr>
        <p:blipFill>
          <a:blip r:embed="rId1"/>
          <a:stretch/>
        </p:blipFill>
        <p:spPr>
          <a:xfrm>
            <a:off x="3780000" y="1013040"/>
            <a:ext cx="6299280" cy="4926240"/>
          </a:xfrm>
          <a:prstGeom prst="rect">
            <a:avLst/>
          </a:prstGeom>
          <a:ln w="0">
            <a:noFill/>
          </a:ln>
        </p:spPr>
      </p:pic>
      <p:sp>
        <p:nvSpPr>
          <p:cNvPr id="210" name=""/>
          <p:cNvSpPr/>
          <p:nvPr/>
        </p:nvSpPr>
        <p:spPr>
          <a:xfrm>
            <a:off x="720000" y="2700000"/>
            <a:ext cx="1799280" cy="39456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1" lang="en-US" sz="2400" spc="-1" strike="noStrike">
                <a:solidFill>
                  <a:srgbClr val="083796"/>
                </a:solidFill>
                <a:latin typeface="Calibri"/>
                <a:ea typeface="DejaVu Sans"/>
              </a:rPr>
              <a:t>ARRAYS</a:t>
            </a:r>
            <a:endParaRPr b="0" lang="en-US" sz="2400" spc="-1" strike="noStrike">
              <a:latin typeface="Arial"/>
            </a:endParaRPr>
          </a:p>
        </p:txBody>
      </p:sp>
    </p:spTree>
  </p:cSld>
  <mc:AlternateContent>
    <mc:Choice Requires="p14">
      <p:transition spd="med" p14:dur="700">
        <p:fade/>
      </p:transition>
    </mc:Choice>
    <mc:Fallback>
      <p:transition spd="med">
        <p:fade/>
      </p:transition>
    </mc:Fallback>
  </mc:AlternateContent>
</p:sld>
</file>

<file path=ppt/slides/slide5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1" name="PlaceHolder 1"/>
          <p:cNvSpPr>
            <a:spLocks noGrp="1"/>
          </p:cNvSpPr>
          <p:nvPr>
            <p:ph type="title"/>
          </p:nvPr>
        </p:nvSpPr>
        <p:spPr>
          <a:xfrm>
            <a:off x="838080" y="365040"/>
            <a:ext cx="10509840" cy="53784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Operaciones de consulta</a:t>
            </a:r>
            <a:endParaRPr b="0" lang="en-US" sz="2400" spc="-1" strike="noStrike">
              <a:latin typeface="Arial"/>
            </a:endParaRPr>
          </a:p>
        </p:txBody>
      </p:sp>
      <p:pic>
        <p:nvPicPr>
          <p:cNvPr id="212" name="" descr=""/>
          <p:cNvPicPr/>
          <p:nvPr/>
        </p:nvPicPr>
        <p:blipFill>
          <a:blip r:embed="rId1"/>
          <a:stretch/>
        </p:blipFill>
        <p:spPr>
          <a:xfrm>
            <a:off x="3710160" y="1080000"/>
            <a:ext cx="6189120" cy="4926600"/>
          </a:xfrm>
          <a:prstGeom prst="rect">
            <a:avLst/>
          </a:prstGeom>
          <a:ln w="0">
            <a:noFill/>
          </a:ln>
        </p:spPr>
      </p:pic>
      <p:sp>
        <p:nvSpPr>
          <p:cNvPr id="213" name=""/>
          <p:cNvSpPr/>
          <p:nvPr/>
        </p:nvSpPr>
        <p:spPr>
          <a:xfrm>
            <a:off x="720000" y="2700000"/>
            <a:ext cx="1799280" cy="39456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1" lang="es-ES" sz="2400" spc="-1" strike="noStrike">
                <a:solidFill>
                  <a:srgbClr val="083796"/>
                </a:solidFill>
                <a:latin typeface="Calibri"/>
                <a:ea typeface="DejaVu Sans"/>
              </a:rPr>
              <a:t>OBJETOS</a:t>
            </a:r>
            <a:endParaRPr b="0" lang="en-US" sz="2400" spc="-1" strike="noStrike">
              <a:latin typeface="Arial"/>
            </a:endParaRPr>
          </a:p>
        </p:txBody>
      </p:sp>
    </p:spTree>
  </p:cSld>
  <mc:AlternateContent>
    <mc:Choice Requires="p14">
      <p:transition spd="med" p14:dur="700">
        <p:fade/>
      </p:transition>
    </mc:Choice>
    <mc:Fallback>
      <p:transition spd="med">
        <p:fade/>
      </p:transition>
    </mc:Fallback>
  </mc:AlternateContent>
</p:sld>
</file>

<file path=ppt/slides/slide5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4" name="PlaceHolder 1"/>
          <p:cNvSpPr>
            <a:spLocks noGrp="1"/>
          </p:cNvSpPr>
          <p:nvPr>
            <p:ph type="title"/>
          </p:nvPr>
        </p:nvSpPr>
        <p:spPr>
          <a:xfrm>
            <a:off x="838080" y="365040"/>
            <a:ext cx="10509840" cy="53784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Operaciones de consulta</a:t>
            </a:r>
            <a:endParaRPr b="0" lang="en-US" sz="2400" spc="-1" strike="noStrike">
              <a:latin typeface="Arial"/>
            </a:endParaRPr>
          </a:p>
        </p:txBody>
      </p:sp>
      <p:pic>
        <p:nvPicPr>
          <p:cNvPr id="215" name="" descr=""/>
          <p:cNvPicPr/>
          <p:nvPr/>
        </p:nvPicPr>
        <p:blipFill>
          <a:blip r:embed="rId1"/>
          <a:stretch/>
        </p:blipFill>
        <p:spPr>
          <a:xfrm>
            <a:off x="3967200" y="1080000"/>
            <a:ext cx="6112080" cy="4892400"/>
          </a:xfrm>
          <a:prstGeom prst="rect">
            <a:avLst/>
          </a:prstGeom>
          <a:ln w="0">
            <a:noFill/>
          </a:ln>
        </p:spPr>
      </p:pic>
      <p:sp>
        <p:nvSpPr>
          <p:cNvPr id="216" name=""/>
          <p:cNvSpPr/>
          <p:nvPr/>
        </p:nvSpPr>
        <p:spPr>
          <a:xfrm>
            <a:off x="720000" y="2700000"/>
            <a:ext cx="1799280" cy="107928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1" lang="es-ES" sz="2400" spc="-1" strike="noStrike">
                <a:solidFill>
                  <a:srgbClr val="083796"/>
                </a:solidFill>
                <a:latin typeface="Calibri"/>
                <a:ea typeface="DejaVu Sans"/>
              </a:rPr>
              <a:t>ARRAYS DE OBJETOS</a:t>
            </a:r>
            <a:endParaRPr b="0" lang="en-US" sz="2400" spc="-1" strike="noStrike">
              <a:latin typeface="Arial"/>
            </a:endParaRPr>
          </a:p>
        </p:txBody>
      </p:sp>
    </p:spTree>
  </p:cSld>
  <mc:AlternateContent>
    <mc:Choice Requires="p14">
      <p:transition spd="med" p14:dur="700">
        <p:fade/>
      </p:transition>
    </mc:Choice>
    <mc:Fallback>
      <p:transition spd="med">
        <p:fade/>
      </p:transition>
    </mc:Fallback>
  </mc:AlternateContent>
</p:sld>
</file>

<file path=ppt/slides/slide5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7" name="PlaceHolder 1"/>
          <p:cNvSpPr>
            <a:spLocks noGrp="1"/>
          </p:cNvSpPr>
          <p:nvPr>
            <p:ph type="title"/>
          </p:nvPr>
        </p:nvSpPr>
        <p:spPr>
          <a:xfrm>
            <a:off x="838080" y="365040"/>
            <a:ext cx="10509840" cy="53784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Operaciones de consulta</a:t>
            </a:r>
            <a:endParaRPr b="0" lang="en-US" sz="2400" spc="-1" strike="noStrike">
              <a:latin typeface="Arial"/>
            </a:endParaRPr>
          </a:p>
        </p:txBody>
      </p:sp>
      <p:pic>
        <p:nvPicPr>
          <p:cNvPr id="218" name="" descr=""/>
          <p:cNvPicPr/>
          <p:nvPr/>
        </p:nvPicPr>
        <p:blipFill>
          <a:blip r:embed="rId1"/>
          <a:stretch/>
        </p:blipFill>
        <p:spPr>
          <a:xfrm>
            <a:off x="3960000" y="1080000"/>
            <a:ext cx="6119280" cy="4745160"/>
          </a:xfrm>
          <a:prstGeom prst="rect">
            <a:avLst/>
          </a:prstGeom>
          <a:ln w="0">
            <a:noFill/>
          </a:ln>
        </p:spPr>
      </p:pic>
      <p:sp>
        <p:nvSpPr>
          <p:cNvPr id="219" name=""/>
          <p:cNvSpPr/>
          <p:nvPr/>
        </p:nvSpPr>
        <p:spPr>
          <a:xfrm>
            <a:off x="1260000" y="2700000"/>
            <a:ext cx="1799280" cy="71928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1" lang="es-ES" sz="2400" spc="-1" strike="noStrike">
                <a:solidFill>
                  <a:srgbClr val="083796"/>
                </a:solidFill>
                <a:latin typeface="Calibri"/>
                <a:ea typeface="DejaVu Sans"/>
              </a:rPr>
              <a:t>ARRAYS DE OBJETOS</a:t>
            </a:r>
            <a:endParaRPr b="0" lang="en-US" sz="2400" spc="-1" strike="noStrike">
              <a:latin typeface="Arial"/>
            </a:endParaRPr>
          </a:p>
        </p:txBody>
      </p:sp>
    </p:spTree>
  </p:cSld>
  <mc:AlternateContent>
    <mc:Choice Requires="p14">
      <p:transition spd="med" p14:dur="700">
        <p:fade/>
      </p:transition>
    </mc:Choice>
    <mc:Fallback>
      <p:transition spd="med">
        <p:fade/>
      </p:transition>
    </mc:Fallback>
  </mc:AlternateContent>
</p:sld>
</file>

<file path=ppt/slides/slide5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0" name="PlaceHolder 1"/>
          <p:cNvSpPr>
            <a:spLocks noGrp="1"/>
          </p:cNvSpPr>
          <p:nvPr>
            <p:ph type="title"/>
          </p:nvPr>
        </p:nvSpPr>
        <p:spPr>
          <a:xfrm>
            <a:off x="838080" y="365040"/>
            <a:ext cx="10509840" cy="53784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Operaciones de consulta</a:t>
            </a:r>
            <a:endParaRPr b="0" lang="en-US" sz="2400" spc="-1" strike="noStrike">
              <a:latin typeface="Arial"/>
            </a:endParaRPr>
          </a:p>
        </p:txBody>
      </p:sp>
      <p:pic>
        <p:nvPicPr>
          <p:cNvPr id="221" name="" descr=""/>
          <p:cNvPicPr/>
          <p:nvPr/>
        </p:nvPicPr>
        <p:blipFill>
          <a:blip r:embed="rId1"/>
          <a:stretch/>
        </p:blipFill>
        <p:spPr>
          <a:xfrm>
            <a:off x="3775680" y="1020600"/>
            <a:ext cx="6843600" cy="4918680"/>
          </a:xfrm>
          <a:prstGeom prst="rect">
            <a:avLst/>
          </a:prstGeom>
          <a:ln w="0">
            <a:noFill/>
          </a:ln>
        </p:spPr>
      </p:pic>
      <p:sp>
        <p:nvSpPr>
          <p:cNvPr id="222" name=""/>
          <p:cNvSpPr/>
          <p:nvPr/>
        </p:nvSpPr>
        <p:spPr>
          <a:xfrm>
            <a:off x="720000" y="2700000"/>
            <a:ext cx="1799280" cy="39456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1" lang="es-ES" sz="2400" spc="-1" strike="noStrike">
                <a:solidFill>
                  <a:srgbClr val="083796"/>
                </a:solidFill>
                <a:latin typeface="Calibri"/>
                <a:ea typeface="DejaVu Sans"/>
              </a:rPr>
              <a:t>AVANZADAS</a:t>
            </a:r>
            <a:endParaRPr b="0" lang="en-US" sz="2400" spc="-1" strike="noStrike">
              <a:latin typeface="Arial"/>
            </a:endParaRPr>
          </a:p>
        </p:txBody>
      </p:sp>
    </p:spTree>
  </p:cSld>
  <mc:AlternateContent>
    <mc:Choice Requires="p14">
      <p:transition spd="med" p14:dur="700">
        <p:fade/>
      </p:transition>
    </mc:Choice>
    <mc:Fallback>
      <p:transition spd="med">
        <p:fade/>
      </p:transition>
    </mc:Fallback>
  </mc:AlternateContent>
</p:sld>
</file>

<file path=ppt/slides/slide5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3" name="PlaceHolder 1"/>
          <p:cNvSpPr>
            <a:spLocks noGrp="1"/>
          </p:cNvSpPr>
          <p:nvPr>
            <p:ph type="title"/>
          </p:nvPr>
        </p:nvSpPr>
        <p:spPr>
          <a:xfrm>
            <a:off x="838080" y="365040"/>
            <a:ext cx="10509840" cy="53784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Operaciones de consulta</a:t>
            </a:r>
            <a:endParaRPr b="0" lang="en-US" sz="2400" spc="-1" strike="noStrike">
              <a:latin typeface="Arial"/>
            </a:endParaRPr>
          </a:p>
        </p:txBody>
      </p:sp>
      <p:pic>
        <p:nvPicPr>
          <p:cNvPr id="224" name="" descr=""/>
          <p:cNvPicPr/>
          <p:nvPr/>
        </p:nvPicPr>
        <p:blipFill>
          <a:blip r:embed="rId1"/>
          <a:stretch/>
        </p:blipFill>
        <p:spPr>
          <a:xfrm>
            <a:off x="4288320" y="1080000"/>
            <a:ext cx="6150960" cy="4858920"/>
          </a:xfrm>
          <a:prstGeom prst="rect">
            <a:avLst/>
          </a:prstGeom>
          <a:ln w="0">
            <a:noFill/>
          </a:ln>
        </p:spPr>
      </p:pic>
      <p:sp>
        <p:nvSpPr>
          <p:cNvPr id="225" name=""/>
          <p:cNvSpPr/>
          <p:nvPr/>
        </p:nvSpPr>
        <p:spPr>
          <a:xfrm>
            <a:off x="720000" y="2700000"/>
            <a:ext cx="2339280" cy="69948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1" lang="es-ES" sz="2400" spc="-1" strike="noStrike">
                <a:solidFill>
                  <a:srgbClr val="083796"/>
                </a:solidFill>
                <a:latin typeface="Calibri"/>
                <a:ea typeface="DejaVu Sans"/>
              </a:rPr>
              <a:t>COMPOSICIÓN</a:t>
            </a:r>
            <a:endParaRPr b="0" lang="en-US" sz="2400" spc="-1" strike="noStrike">
              <a:latin typeface="Arial"/>
            </a:endParaRPr>
          </a:p>
        </p:txBody>
      </p:sp>
    </p:spTree>
  </p:cSld>
  <mc:AlternateContent>
    <mc:Choice Requires="p14">
      <p:transition spd="med" p14:dur="700">
        <p:fade/>
      </p:transition>
    </mc:Choice>
    <mc:Fallback>
      <p:transition spd="med">
        <p:fade/>
      </p:transition>
    </mc:Fallback>
  </mc:AlternateContent>
</p:sld>
</file>

<file path=ppt/slides/slide6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6" name="PlaceHolder 1"/>
          <p:cNvSpPr>
            <a:spLocks noGrp="1"/>
          </p:cNvSpPr>
          <p:nvPr>
            <p:ph type="title"/>
          </p:nvPr>
        </p:nvSpPr>
        <p:spPr>
          <a:xfrm>
            <a:off x="838080" y="365040"/>
            <a:ext cx="10509840" cy="53784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Operaciones de consulta</a:t>
            </a:r>
            <a:endParaRPr b="0" lang="en-US" sz="2400" spc="-1" strike="noStrike">
              <a:latin typeface="Arial"/>
            </a:endParaRPr>
          </a:p>
        </p:txBody>
      </p:sp>
      <p:pic>
        <p:nvPicPr>
          <p:cNvPr id="227" name="" descr=""/>
          <p:cNvPicPr/>
          <p:nvPr/>
        </p:nvPicPr>
        <p:blipFill>
          <a:blip r:embed="rId1"/>
          <a:stretch/>
        </p:blipFill>
        <p:spPr>
          <a:xfrm>
            <a:off x="4320000" y="1260000"/>
            <a:ext cx="6270840" cy="4435560"/>
          </a:xfrm>
          <a:prstGeom prst="rect">
            <a:avLst/>
          </a:prstGeom>
          <a:ln w="0">
            <a:noFill/>
          </a:ln>
        </p:spPr>
      </p:pic>
      <p:sp>
        <p:nvSpPr>
          <p:cNvPr id="228" name=""/>
          <p:cNvSpPr/>
          <p:nvPr/>
        </p:nvSpPr>
        <p:spPr>
          <a:xfrm>
            <a:off x="720000" y="3025080"/>
            <a:ext cx="2339640" cy="39456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1" lang="es-ES" sz="2400" spc="-1" strike="noStrike">
                <a:solidFill>
                  <a:srgbClr val="083796"/>
                </a:solidFill>
                <a:latin typeface="Calibri"/>
                <a:ea typeface="DejaVu Sans"/>
              </a:rPr>
              <a:t>PROYECCIONES</a:t>
            </a:r>
            <a:endParaRPr b="0" lang="en-US" sz="2400" spc="-1" strike="noStrike">
              <a:latin typeface="Arial"/>
            </a:endParaRPr>
          </a:p>
        </p:txBody>
      </p:sp>
    </p:spTree>
  </p:cSld>
  <mc:AlternateContent>
    <mc:Choice Requires="p14">
      <p:transition spd="med" p14:dur="700">
        <p:fade/>
      </p:transition>
    </mc:Choice>
    <mc:Fallback>
      <p:transition spd="med">
        <p:fade/>
      </p:transition>
    </mc:Fallback>
  </mc:AlternateContent>
</p:sld>
</file>

<file path=ppt/slides/slide6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9" name="PlaceHolder 1"/>
          <p:cNvSpPr>
            <a:spLocks noGrp="1"/>
          </p:cNvSpPr>
          <p:nvPr>
            <p:ph type="title"/>
          </p:nvPr>
        </p:nvSpPr>
        <p:spPr>
          <a:xfrm>
            <a:off x="838080" y="365040"/>
            <a:ext cx="10509840" cy="53784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Ordenado de resultados</a:t>
            </a:r>
            <a:endParaRPr b="0" lang="en-US" sz="2400" spc="-1" strike="noStrike">
              <a:latin typeface="Arial"/>
            </a:endParaRPr>
          </a:p>
        </p:txBody>
      </p:sp>
      <p:pic>
        <p:nvPicPr>
          <p:cNvPr id="230" name="" descr=""/>
          <p:cNvPicPr/>
          <p:nvPr/>
        </p:nvPicPr>
        <p:blipFill>
          <a:blip r:embed="rId1"/>
          <a:stretch/>
        </p:blipFill>
        <p:spPr>
          <a:xfrm>
            <a:off x="2842560" y="1348200"/>
            <a:ext cx="7237080" cy="454212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6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1" name="PlaceHolder 1"/>
          <p:cNvSpPr>
            <a:spLocks noGrp="1"/>
          </p:cNvSpPr>
          <p:nvPr>
            <p:ph type="title"/>
          </p:nvPr>
        </p:nvSpPr>
        <p:spPr>
          <a:xfrm>
            <a:off x="838080" y="365040"/>
            <a:ext cx="10509840" cy="53784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Ordenado de resultados</a:t>
            </a:r>
            <a:endParaRPr b="0" lang="en-US" sz="2400" spc="-1" strike="noStrike">
              <a:latin typeface="Arial"/>
            </a:endParaRPr>
          </a:p>
        </p:txBody>
      </p:sp>
      <p:pic>
        <p:nvPicPr>
          <p:cNvPr id="232" name="" descr=""/>
          <p:cNvPicPr/>
          <p:nvPr/>
        </p:nvPicPr>
        <p:blipFill>
          <a:blip r:embed="rId1"/>
          <a:stretch/>
        </p:blipFill>
        <p:spPr>
          <a:xfrm>
            <a:off x="2851920" y="1333800"/>
            <a:ext cx="7266600" cy="460584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6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3" name="PlaceHolder 1"/>
          <p:cNvSpPr>
            <a:spLocks noGrp="1"/>
          </p:cNvSpPr>
          <p:nvPr>
            <p:ph type="title"/>
          </p:nvPr>
        </p:nvSpPr>
        <p:spPr>
          <a:xfrm>
            <a:off x="838080" y="365040"/>
            <a:ext cx="10509840" cy="53784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Ordenado de resultados</a:t>
            </a:r>
            <a:endParaRPr b="0" lang="en-US" sz="2400" spc="-1" strike="noStrike">
              <a:latin typeface="Arial"/>
            </a:endParaRPr>
          </a:p>
        </p:txBody>
      </p:sp>
      <p:pic>
        <p:nvPicPr>
          <p:cNvPr id="234" name="" descr=""/>
          <p:cNvPicPr/>
          <p:nvPr/>
        </p:nvPicPr>
        <p:blipFill>
          <a:blip r:embed="rId1"/>
          <a:stretch/>
        </p:blipFill>
        <p:spPr>
          <a:xfrm>
            <a:off x="2837880" y="1271880"/>
            <a:ext cx="7241760" cy="470592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6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5" name="PlaceHolder 1"/>
          <p:cNvSpPr>
            <a:spLocks noGrp="1"/>
          </p:cNvSpPr>
          <p:nvPr>
            <p:ph type="title"/>
          </p:nvPr>
        </p:nvSpPr>
        <p:spPr>
          <a:xfrm>
            <a:off x="838080" y="365040"/>
            <a:ext cx="10509840" cy="53784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Ordenado de resultados</a:t>
            </a:r>
            <a:endParaRPr b="0" lang="en-US" sz="2400" spc="-1" strike="noStrike">
              <a:latin typeface="Arial"/>
            </a:endParaRPr>
          </a:p>
        </p:txBody>
      </p:sp>
      <p:pic>
        <p:nvPicPr>
          <p:cNvPr id="236" name="" descr=""/>
          <p:cNvPicPr/>
          <p:nvPr/>
        </p:nvPicPr>
        <p:blipFill>
          <a:blip r:embed="rId1"/>
          <a:stretch/>
        </p:blipFill>
        <p:spPr>
          <a:xfrm>
            <a:off x="2700000" y="1171080"/>
            <a:ext cx="7436160" cy="476856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6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7" name="PlaceHolder 1"/>
          <p:cNvSpPr>
            <a:spLocks noGrp="1"/>
          </p:cNvSpPr>
          <p:nvPr>
            <p:ph type="title"/>
          </p:nvPr>
        </p:nvSpPr>
        <p:spPr>
          <a:xfrm>
            <a:off x="838080" y="365040"/>
            <a:ext cx="10509840" cy="53784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Limitar y saltar resultados</a:t>
            </a:r>
            <a:endParaRPr b="0" lang="en-US" sz="2400" spc="-1" strike="noStrike">
              <a:latin typeface="Arial"/>
            </a:endParaRPr>
          </a:p>
        </p:txBody>
      </p:sp>
      <p:pic>
        <p:nvPicPr>
          <p:cNvPr id="238" name="" descr=""/>
          <p:cNvPicPr/>
          <p:nvPr/>
        </p:nvPicPr>
        <p:blipFill>
          <a:blip r:embed="rId1"/>
          <a:stretch/>
        </p:blipFill>
        <p:spPr>
          <a:xfrm>
            <a:off x="2985480" y="1209960"/>
            <a:ext cx="6758280" cy="472968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6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9" name="PlaceHolder 1"/>
          <p:cNvSpPr>
            <a:spLocks noGrp="1"/>
          </p:cNvSpPr>
          <p:nvPr>
            <p:ph type="title"/>
          </p:nvPr>
        </p:nvSpPr>
        <p:spPr>
          <a:xfrm>
            <a:off x="838080" y="365040"/>
            <a:ext cx="10509840" cy="53784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Limitar y saltar resultados</a:t>
            </a:r>
            <a:endParaRPr b="0" lang="en-US" sz="2400" spc="-1" strike="noStrike">
              <a:latin typeface="Arial"/>
            </a:endParaRPr>
          </a:p>
        </p:txBody>
      </p:sp>
      <p:pic>
        <p:nvPicPr>
          <p:cNvPr id="240" name="" descr=""/>
          <p:cNvPicPr/>
          <p:nvPr/>
        </p:nvPicPr>
        <p:blipFill>
          <a:blip r:embed="rId1"/>
          <a:stretch/>
        </p:blipFill>
        <p:spPr>
          <a:xfrm>
            <a:off x="2880720" y="1314720"/>
            <a:ext cx="7378920" cy="476100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6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1" name="PlaceHolder 1"/>
          <p:cNvSpPr>
            <a:spLocks noGrp="1"/>
          </p:cNvSpPr>
          <p:nvPr>
            <p:ph type="title"/>
          </p:nvPr>
        </p:nvSpPr>
        <p:spPr>
          <a:xfrm>
            <a:off x="838080" y="365040"/>
            <a:ext cx="10509840" cy="53784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Cursores</a:t>
            </a:r>
            <a:endParaRPr b="0" lang="en-US" sz="2400" spc="-1" strike="noStrike">
              <a:latin typeface="Arial"/>
            </a:endParaRPr>
          </a:p>
        </p:txBody>
      </p:sp>
      <p:sp>
        <p:nvSpPr>
          <p:cNvPr id="242" name="PlaceHolder 2"/>
          <p:cNvSpPr>
            <a:spLocks noGrp="1"/>
          </p:cNvSpPr>
          <p:nvPr>
            <p:ph/>
          </p:nvPr>
        </p:nvSpPr>
        <p:spPr>
          <a:xfrm>
            <a:off x="1018080" y="2160000"/>
            <a:ext cx="4381560" cy="2475000"/>
          </a:xfrm>
          <a:prstGeom prst="rect">
            <a:avLst/>
          </a:prstGeom>
          <a:noFill/>
          <a:ln w="0">
            <a:noFill/>
          </a:ln>
        </p:spPr>
        <p:txBody>
          <a:bodyPr lIns="90000" rIns="90000" tIns="45000" bIns="45000" anchor="t">
            <a:noAutofit/>
          </a:bodyPr>
          <a:p>
            <a:pPr marL="432000" indent="-324000">
              <a:lnSpc>
                <a:spcPct val="100000"/>
              </a:lnSpc>
              <a:buClr>
                <a:srgbClr val="000000"/>
              </a:buClr>
              <a:buFont typeface="Wingdings" charset="2"/>
              <a:buChar char=""/>
            </a:pPr>
            <a:r>
              <a:rPr b="0" lang="en-US" sz="1800" spc="-1" strike="noStrike">
                <a:latin typeface="Arial"/>
              </a:rPr>
              <a:t> </a:t>
            </a:r>
            <a:r>
              <a:rPr b="1" lang="es-ES" sz="2400" spc="-1" strike="noStrike">
                <a:latin typeface="Calibri"/>
              </a:rPr>
              <a:t>Cursor:</a:t>
            </a:r>
            <a:r>
              <a:rPr b="0" lang="es-ES" sz="2000" spc="-1" strike="noStrike">
                <a:latin typeface="Calibri"/>
              </a:rPr>
              <a:t> Es un puntero o iterador que se utiliza para navegar y procesar los documentos resultantes de una consulta, como el método find(). Es importante cerrar los cursores cuando ya no se necesitan para liberar recursos tanto en el cliente como en el servidor.</a:t>
            </a:r>
            <a:endParaRPr b="0" lang="en-US" sz="2000" spc="-1" strike="noStrike">
              <a:latin typeface="Arial"/>
            </a:endParaRPr>
          </a:p>
        </p:txBody>
      </p:sp>
      <p:pic>
        <p:nvPicPr>
          <p:cNvPr id="243" name="" descr=""/>
          <p:cNvPicPr/>
          <p:nvPr/>
        </p:nvPicPr>
        <p:blipFill>
          <a:blip r:embed="rId1"/>
          <a:stretch/>
        </p:blipFill>
        <p:spPr>
          <a:xfrm>
            <a:off x="6099480" y="903240"/>
            <a:ext cx="5780160" cy="472284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6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4" name="PlaceHolder 1"/>
          <p:cNvSpPr>
            <a:spLocks noGrp="1"/>
          </p:cNvSpPr>
          <p:nvPr>
            <p:ph type="title"/>
          </p:nvPr>
        </p:nvSpPr>
        <p:spPr>
          <a:xfrm>
            <a:off x="838080" y="365040"/>
            <a:ext cx="10509840" cy="53784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Cursores</a:t>
            </a:r>
            <a:endParaRPr b="0" lang="en-US" sz="2400" spc="-1" strike="noStrike">
              <a:latin typeface="Arial"/>
            </a:endParaRPr>
          </a:p>
        </p:txBody>
      </p:sp>
      <p:pic>
        <p:nvPicPr>
          <p:cNvPr id="245" name="" descr=""/>
          <p:cNvPicPr/>
          <p:nvPr/>
        </p:nvPicPr>
        <p:blipFill>
          <a:blip r:embed="rId1"/>
          <a:stretch/>
        </p:blipFill>
        <p:spPr>
          <a:xfrm>
            <a:off x="6090120" y="3405240"/>
            <a:ext cx="104040" cy="27720"/>
          </a:xfrm>
          <a:prstGeom prst="rect">
            <a:avLst/>
          </a:prstGeom>
          <a:ln w="0">
            <a:noFill/>
          </a:ln>
        </p:spPr>
      </p:pic>
      <p:pic>
        <p:nvPicPr>
          <p:cNvPr id="246" name="" descr=""/>
          <p:cNvPicPr/>
          <p:nvPr/>
        </p:nvPicPr>
        <p:blipFill>
          <a:blip r:embed="rId2"/>
          <a:stretch/>
        </p:blipFill>
        <p:spPr>
          <a:xfrm>
            <a:off x="2520000" y="586440"/>
            <a:ext cx="3779640" cy="2734920"/>
          </a:xfrm>
          <a:prstGeom prst="rect">
            <a:avLst/>
          </a:prstGeom>
          <a:ln w="0">
            <a:noFill/>
          </a:ln>
        </p:spPr>
      </p:pic>
      <p:pic>
        <p:nvPicPr>
          <p:cNvPr id="247" name="" descr=""/>
          <p:cNvPicPr/>
          <p:nvPr/>
        </p:nvPicPr>
        <p:blipFill>
          <a:blip r:embed="rId3"/>
          <a:stretch/>
        </p:blipFill>
        <p:spPr>
          <a:xfrm>
            <a:off x="6908760" y="540000"/>
            <a:ext cx="4071240" cy="2699640"/>
          </a:xfrm>
          <a:prstGeom prst="rect">
            <a:avLst/>
          </a:prstGeom>
          <a:ln w="0">
            <a:noFill/>
          </a:ln>
        </p:spPr>
      </p:pic>
      <p:pic>
        <p:nvPicPr>
          <p:cNvPr id="248" name="" descr=""/>
          <p:cNvPicPr/>
          <p:nvPr/>
        </p:nvPicPr>
        <p:blipFill>
          <a:blip r:embed="rId4"/>
          <a:stretch/>
        </p:blipFill>
        <p:spPr>
          <a:xfrm>
            <a:off x="2340000" y="3600000"/>
            <a:ext cx="3779640" cy="2431080"/>
          </a:xfrm>
          <a:prstGeom prst="rect">
            <a:avLst/>
          </a:prstGeom>
          <a:ln w="0">
            <a:noFill/>
          </a:ln>
        </p:spPr>
      </p:pic>
      <p:pic>
        <p:nvPicPr>
          <p:cNvPr id="249" name="" descr=""/>
          <p:cNvPicPr/>
          <p:nvPr/>
        </p:nvPicPr>
        <p:blipFill>
          <a:blip r:embed="rId5"/>
          <a:stretch/>
        </p:blipFill>
        <p:spPr>
          <a:xfrm>
            <a:off x="7020000" y="3543120"/>
            <a:ext cx="3961440" cy="257652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6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0" name="PlaceHolder 1"/>
          <p:cNvSpPr>
            <a:spLocks noGrp="1"/>
          </p:cNvSpPr>
          <p:nvPr>
            <p:ph type="title"/>
          </p:nvPr>
        </p:nvSpPr>
        <p:spPr>
          <a:xfrm>
            <a:off x="838080" y="365040"/>
            <a:ext cx="10509840" cy="53784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Contar resultados</a:t>
            </a:r>
            <a:endParaRPr b="0" lang="en-US" sz="2400" spc="-1" strike="noStrike">
              <a:latin typeface="Arial"/>
            </a:endParaRPr>
          </a:p>
        </p:txBody>
      </p:sp>
      <p:pic>
        <p:nvPicPr>
          <p:cNvPr id="251" name="" descr=""/>
          <p:cNvPicPr/>
          <p:nvPr/>
        </p:nvPicPr>
        <p:blipFill>
          <a:blip r:embed="rId1"/>
          <a:stretch/>
        </p:blipFill>
        <p:spPr>
          <a:xfrm>
            <a:off x="2880000" y="1260000"/>
            <a:ext cx="6727680" cy="446292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7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2" name="PlaceHolder 1"/>
          <p:cNvSpPr>
            <a:spLocks noGrp="1"/>
          </p:cNvSpPr>
          <p:nvPr>
            <p:ph type="title"/>
          </p:nvPr>
        </p:nvSpPr>
        <p:spPr>
          <a:xfrm>
            <a:off x="838080" y="365040"/>
            <a:ext cx="10509840" cy="53784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MongoDB</a:t>
            </a:r>
            <a:endParaRPr b="0" lang="en-US" sz="2400" spc="-1" strike="noStrike">
              <a:latin typeface="Arial"/>
            </a:endParaRPr>
          </a:p>
        </p:txBody>
      </p:sp>
      <p:pic>
        <p:nvPicPr>
          <p:cNvPr id="253" name="" descr=""/>
          <p:cNvPicPr/>
          <p:nvPr/>
        </p:nvPicPr>
        <p:blipFill>
          <a:blip r:embed="rId1"/>
          <a:stretch/>
        </p:blipFill>
        <p:spPr>
          <a:xfrm>
            <a:off x="3060000" y="1083960"/>
            <a:ext cx="6659640" cy="497484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7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4" name="PlaceHolder 1"/>
          <p:cNvSpPr>
            <a:spLocks noGrp="1"/>
          </p:cNvSpPr>
          <p:nvPr>
            <p:ph type="title"/>
          </p:nvPr>
        </p:nvSpPr>
        <p:spPr>
          <a:xfrm>
            <a:off x="838080" y="365040"/>
            <a:ext cx="10509840" cy="53784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MongoDB</a:t>
            </a:r>
            <a:endParaRPr b="0" lang="en-US" sz="2400" spc="-1" strike="noStrike">
              <a:latin typeface="Arial"/>
            </a:endParaRPr>
          </a:p>
        </p:txBody>
      </p:sp>
      <p:pic>
        <p:nvPicPr>
          <p:cNvPr id="255" name="" descr=""/>
          <p:cNvPicPr/>
          <p:nvPr/>
        </p:nvPicPr>
        <p:blipFill>
          <a:blip r:embed="rId1"/>
          <a:stretch/>
        </p:blipFill>
        <p:spPr>
          <a:xfrm>
            <a:off x="6120000" y="1231560"/>
            <a:ext cx="5939640" cy="4528080"/>
          </a:xfrm>
          <a:prstGeom prst="rect">
            <a:avLst/>
          </a:prstGeom>
          <a:ln w="0">
            <a:noFill/>
          </a:ln>
        </p:spPr>
      </p:pic>
      <p:pic>
        <p:nvPicPr>
          <p:cNvPr id="256" name="" descr=""/>
          <p:cNvPicPr/>
          <p:nvPr/>
        </p:nvPicPr>
        <p:blipFill>
          <a:blip r:embed="rId2"/>
          <a:stretch/>
        </p:blipFill>
        <p:spPr>
          <a:xfrm>
            <a:off x="155880" y="1417320"/>
            <a:ext cx="5783760" cy="1642320"/>
          </a:xfrm>
          <a:prstGeom prst="rect">
            <a:avLst/>
          </a:prstGeom>
          <a:ln w="0">
            <a:noFill/>
          </a:ln>
        </p:spPr>
      </p:pic>
      <p:pic>
        <p:nvPicPr>
          <p:cNvPr id="257" name="" descr=""/>
          <p:cNvPicPr/>
          <p:nvPr/>
        </p:nvPicPr>
        <p:blipFill>
          <a:blip r:embed="rId3"/>
          <a:stretch/>
        </p:blipFill>
        <p:spPr>
          <a:xfrm>
            <a:off x="96840" y="3600000"/>
            <a:ext cx="5842800" cy="163800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7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8" name="PlaceHolder 1"/>
          <p:cNvSpPr>
            <a:spLocks noGrp="1"/>
          </p:cNvSpPr>
          <p:nvPr>
            <p:ph type="title"/>
          </p:nvPr>
        </p:nvSpPr>
        <p:spPr>
          <a:xfrm>
            <a:off x="838080" y="365040"/>
            <a:ext cx="10509840" cy="53784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Operaciones de actualización</a:t>
            </a:r>
            <a:endParaRPr b="0" lang="en-US" sz="2400" spc="-1" strike="noStrike">
              <a:latin typeface="Arial"/>
            </a:endParaRPr>
          </a:p>
        </p:txBody>
      </p:sp>
      <p:pic>
        <p:nvPicPr>
          <p:cNvPr id="259" name="" descr=""/>
          <p:cNvPicPr/>
          <p:nvPr/>
        </p:nvPicPr>
        <p:blipFill>
          <a:blip r:embed="rId1"/>
          <a:stretch/>
        </p:blipFill>
        <p:spPr>
          <a:xfrm>
            <a:off x="3209040" y="1114560"/>
            <a:ext cx="6150600" cy="483228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7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0" name="PlaceHolder 1"/>
          <p:cNvSpPr>
            <a:spLocks noGrp="1"/>
          </p:cNvSpPr>
          <p:nvPr>
            <p:ph type="title"/>
          </p:nvPr>
        </p:nvSpPr>
        <p:spPr>
          <a:xfrm>
            <a:off x="838080" y="365040"/>
            <a:ext cx="10509840" cy="53784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Operaciones de actualización</a:t>
            </a:r>
            <a:endParaRPr b="0" lang="en-US" sz="2400" spc="-1" strike="noStrike">
              <a:latin typeface="Arial"/>
            </a:endParaRPr>
          </a:p>
        </p:txBody>
      </p:sp>
      <p:pic>
        <p:nvPicPr>
          <p:cNvPr id="261" name="" descr=""/>
          <p:cNvPicPr/>
          <p:nvPr/>
        </p:nvPicPr>
        <p:blipFill>
          <a:blip r:embed="rId1"/>
          <a:stretch/>
        </p:blipFill>
        <p:spPr>
          <a:xfrm>
            <a:off x="3242520" y="1233720"/>
            <a:ext cx="6005520" cy="452592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7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2" name="PlaceHolder 1"/>
          <p:cNvSpPr>
            <a:spLocks noGrp="1"/>
          </p:cNvSpPr>
          <p:nvPr>
            <p:ph type="title"/>
          </p:nvPr>
        </p:nvSpPr>
        <p:spPr>
          <a:xfrm>
            <a:off x="838080" y="365040"/>
            <a:ext cx="10509840" cy="53784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Operaciones de actualización</a:t>
            </a:r>
            <a:endParaRPr b="0" lang="en-US" sz="2400" spc="-1" strike="noStrike">
              <a:latin typeface="Arial"/>
            </a:endParaRPr>
          </a:p>
        </p:txBody>
      </p:sp>
      <p:pic>
        <p:nvPicPr>
          <p:cNvPr id="263" name="" descr=""/>
          <p:cNvPicPr/>
          <p:nvPr/>
        </p:nvPicPr>
        <p:blipFill>
          <a:blip r:embed="rId1"/>
          <a:stretch/>
        </p:blipFill>
        <p:spPr>
          <a:xfrm>
            <a:off x="2922480" y="1449000"/>
            <a:ext cx="6977160" cy="395064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7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4" name="PlaceHolder 1"/>
          <p:cNvSpPr>
            <a:spLocks noGrp="1"/>
          </p:cNvSpPr>
          <p:nvPr>
            <p:ph type="title"/>
          </p:nvPr>
        </p:nvSpPr>
        <p:spPr>
          <a:xfrm>
            <a:off x="838080" y="365040"/>
            <a:ext cx="10509840" cy="53784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Operaciones de actualización</a:t>
            </a:r>
            <a:endParaRPr b="0" lang="en-US" sz="2400" spc="-1" strike="noStrike">
              <a:latin typeface="Arial"/>
            </a:endParaRPr>
          </a:p>
        </p:txBody>
      </p:sp>
      <p:pic>
        <p:nvPicPr>
          <p:cNvPr id="265" name="" descr=""/>
          <p:cNvPicPr/>
          <p:nvPr/>
        </p:nvPicPr>
        <p:blipFill>
          <a:blip r:embed="rId1"/>
          <a:stretch/>
        </p:blipFill>
        <p:spPr>
          <a:xfrm>
            <a:off x="3128040" y="947880"/>
            <a:ext cx="6027840" cy="494208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7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6" name="PlaceHolder 1"/>
          <p:cNvSpPr>
            <a:spLocks noGrp="1"/>
          </p:cNvSpPr>
          <p:nvPr>
            <p:ph type="title"/>
          </p:nvPr>
        </p:nvSpPr>
        <p:spPr>
          <a:xfrm>
            <a:off x="838080" y="365040"/>
            <a:ext cx="10509840" cy="53784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Operaciones de actualización</a:t>
            </a:r>
            <a:endParaRPr b="0" lang="en-US" sz="2400" spc="-1" strike="noStrike">
              <a:latin typeface="Arial"/>
            </a:endParaRPr>
          </a:p>
        </p:txBody>
      </p:sp>
      <p:pic>
        <p:nvPicPr>
          <p:cNvPr id="267" name="" descr=""/>
          <p:cNvPicPr/>
          <p:nvPr/>
        </p:nvPicPr>
        <p:blipFill>
          <a:blip r:embed="rId1"/>
          <a:stretch/>
        </p:blipFill>
        <p:spPr>
          <a:xfrm>
            <a:off x="2912040" y="1315800"/>
            <a:ext cx="6987600" cy="426384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7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8" name="PlaceHolder 1"/>
          <p:cNvSpPr>
            <a:spLocks noGrp="1"/>
          </p:cNvSpPr>
          <p:nvPr>
            <p:ph type="title"/>
          </p:nvPr>
        </p:nvSpPr>
        <p:spPr>
          <a:xfrm>
            <a:off x="838080" y="365040"/>
            <a:ext cx="10509840" cy="53784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Operaciones de actualización</a:t>
            </a:r>
            <a:endParaRPr b="0" lang="en-US" sz="2400" spc="-1" strike="noStrike">
              <a:latin typeface="Arial"/>
            </a:endParaRPr>
          </a:p>
        </p:txBody>
      </p:sp>
      <p:pic>
        <p:nvPicPr>
          <p:cNvPr id="269" name="" descr=""/>
          <p:cNvPicPr/>
          <p:nvPr/>
        </p:nvPicPr>
        <p:blipFill>
          <a:blip r:embed="rId1"/>
          <a:stretch/>
        </p:blipFill>
        <p:spPr>
          <a:xfrm>
            <a:off x="3109320" y="1148040"/>
            <a:ext cx="6158520" cy="461160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7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0" name="PlaceHolder 1"/>
          <p:cNvSpPr>
            <a:spLocks noGrp="1"/>
          </p:cNvSpPr>
          <p:nvPr>
            <p:ph type="title"/>
          </p:nvPr>
        </p:nvSpPr>
        <p:spPr>
          <a:xfrm>
            <a:off x="838080" y="365040"/>
            <a:ext cx="10509840" cy="53784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Operaciones de actualización multiple</a:t>
            </a:r>
            <a:endParaRPr b="0" lang="en-US" sz="2400" spc="-1" strike="noStrike">
              <a:latin typeface="Arial"/>
            </a:endParaRPr>
          </a:p>
        </p:txBody>
      </p:sp>
      <p:pic>
        <p:nvPicPr>
          <p:cNvPr id="271" name="" descr=""/>
          <p:cNvPicPr/>
          <p:nvPr/>
        </p:nvPicPr>
        <p:blipFill>
          <a:blip r:embed="rId1"/>
          <a:stretch/>
        </p:blipFill>
        <p:spPr>
          <a:xfrm>
            <a:off x="2880000" y="1440000"/>
            <a:ext cx="7025400" cy="431964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7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2" name="PlaceHolder 1"/>
          <p:cNvSpPr>
            <a:spLocks noGrp="1"/>
          </p:cNvSpPr>
          <p:nvPr>
            <p:ph type="title"/>
          </p:nvPr>
        </p:nvSpPr>
        <p:spPr>
          <a:xfrm>
            <a:off x="838080" y="365040"/>
            <a:ext cx="10509840" cy="53784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Operaciones de actualización multiple</a:t>
            </a:r>
            <a:endParaRPr b="0" lang="en-US" sz="2400" spc="-1" strike="noStrike">
              <a:latin typeface="Arial"/>
            </a:endParaRPr>
          </a:p>
        </p:txBody>
      </p:sp>
      <p:pic>
        <p:nvPicPr>
          <p:cNvPr id="273" name="" descr=""/>
          <p:cNvPicPr/>
          <p:nvPr/>
        </p:nvPicPr>
        <p:blipFill>
          <a:blip r:embed="rId1"/>
          <a:stretch/>
        </p:blipFill>
        <p:spPr>
          <a:xfrm>
            <a:off x="2950200" y="1207080"/>
            <a:ext cx="6589440" cy="473256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8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4" name="PlaceHolder 1"/>
          <p:cNvSpPr>
            <a:spLocks noGrp="1"/>
          </p:cNvSpPr>
          <p:nvPr>
            <p:ph type="title"/>
          </p:nvPr>
        </p:nvSpPr>
        <p:spPr>
          <a:xfrm>
            <a:off x="838080" y="365040"/>
            <a:ext cx="10509840" cy="53784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Operaciones alternativas de actualización</a:t>
            </a:r>
            <a:endParaRPr b="0" lang="en-US" sz="2400" spc="-1" strike="noStrike">
              <a:latin typeface="Arial"/>
            </a:endParaRPr>
          </a:p>
        </p:txBody>
      </p:sp>
      <p:pic>
        <p:nvPicPr>
          <p:cNvPr id="275" name="" descr=""/>
          <p:cNvPicPr/>
          <p:nvPr/>
        </p:nvPicPr>
        <p:blipFill>
          <a:blip r:embed="rId1"/>
          <a:stretch/>
        </p:blipFill>
        <p:spPr>
          <a:xfrm>
            <a:off x="3080520" y="1281240"/>
            <a:ext cx="6459120" cy="451008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8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6" name="PlaceHolder 1"/>
          <p:cNvSpPr>
            <a:spLocks noGrp="1"/>
          </p:cNvSpPr>
          <p:nvPr>
            <p:ph type="title"/>
          </p:nvPr>
        </p:nvSpPr>
        <p:spPr>
          <a:xfrm>
            <a:off x="838080" y="365040"/>
            <a:ext cx="10509840" cy="53784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Operaciones de borrado</a:t>
            </a:r>
            <a:endParaRPr b="0" lang="en-US" sz="2400" spc="-1" strike="noStrike">
              <a:latin typeface="Arial"/>
            </a:endParaRPr>
          </a:p>
        </p:txBody>
      </p:sp>
      <p:pic>
        <p:nvPicPr>
          <p:cNvPr id="277" name="" descr=""/>
          <p:cNvPicPr/>
          <p:nvPr/>
        </p:nvPicPr>
        <p:blipFill>
          <a:blip r:embed="rId1"/>
          <a:stretch/>
        </p:blipFill>
        <p:spPr>
          <a:xfrm>
            <a:off x="3137760" y="1295640"/>
            <a:ext cx="6316560" cy="446400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8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8" name="PlaceHolder 1"/>
          <p:cNvSpPr>
            <a:spLocks noGrp="1"/>
          </p:cNvSpPr>
          <p:nvPr>
            <p:ph type="title"/>
          </p:nvPr>
        </p:nvSpPr>
        <p:spPr>
          <a:xfrm>
            <a:off x="838080" y="365040"/>
            <a:ext cx="10509840" cy="53784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Operaciones de borrado</a:t>
            </a:r>
            <a:endParaRPr b="0" lang="en-US" sz="2400" spc="-1" strike="noStrike">
              <a:latin typeface="Arial"/>
            </a:endParaRPr>
          </a:p>
        </p:txBody>
      </p:sp>
      <p:pic>
        <p:nvPicPr>
          <p:cNvPr id="279" name="" descr=""/>
          <p:cNvPicPr/>
          <p:nvPr/>
        </p:nvPicPr>
        <p:blipFill>
          <a:blip r:embed="rId1"/>
          <a:stretch/>
        </p:blipFill>
        <p:spPr>
          <a:xfrm>
            <a:off x="2874960" y="1260000"/>
            <a:ext cx="7329960" cy="431964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8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0" name="PlaceHolder 1"/>
          <p:cNvSpPr>
            <a:spLocks noGrp="1"/>
          </p:cNvSpPr>
          <p:nvPr>
            <p:ph type="title"/>
          </p:nvPr>
        </p:nvSpPr>
        <p:spPr>
          <a:xfrm>
            <a:off x="838080" y="365040"/>
            <a:ext cx="10509840" cy="53784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Operaciones de borrado</a:t>
            </a:r>
            <a:endParaRPr b="0" lang="en-US" sz="2400" spc="-1" strike="noStrike">
              <a:latin typeface="Arial"/>
            </a:endParaRPr>
          </a:p>
        </p:txBody>
      </p:sp>
      <p:pic>
        <p:nvPicPr>
          <p:cNvPr id="281" name="" descr=""/>
          <p:cNvPicPr/>
          <p:nvPr/>
        </p:nvPicPr>
        <p:blipFill>
          <a:blip r:embed="rId1"/>
          <a:stretch/>
        </p:blipFill>
        <p:spPr>
          <a:xfrm>
            <a:off x="2636280" y="1440000"/>
            <a:ext cx="7476480" cy="377964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8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2" name="PlaceHolder 1"/>
          <p:cNvSpPr>
            <a:spLocks noGrp="1"/>
          </p:cNvSpPr>
          <p:nvPr>
            <p:ph type="title"/>
          </p:nvPr>
        </p:nvSpPr>
        <p:spPr>
          <a:xfrm>
            <a:off x="838080" y="365040"/>
            <a:ext cx="10509840" cy="53784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MongoDB</a:t>
            </a:r>
            <a:endParaRPr b="0" lang="en-US" sz="2400" spc="-1" strike="noStrike">
              <a:latin typeface="Arial"/>
            </a:endParaRPr>
          </a:p>
        </p:txBody>
      </p:sp>
      <p:sp>
        <p:nvSpPr>
          <p:cNvPr id="283" name="PlaceHolder 2"/>
          <p:cNvSpPr>
            <a:spLocks noGrp="1"/>
          </p:cNvSpPr>
          <p:nvPr>
            <p:ph/>
          </p:nvPr>
        </p:nvSpPr>
        <p:spPr>
          <a:xfrm>
            <a:off x="838080" y="1124640"/>
            <a:ext cx="10509840" cy="4345560"/>
          </a:xfrm>
          <a:prstGeom prst="rect">
            <a:avLst/>
          </a:prstGeom>
          <a:noFill/>
          <a:ln w="0">
            <a:noFill/>
          </a:ln>
        </p:spPr>
        <p:txBody>
          <a:bodyPr lIns="90000" rIns="90000" tIns="45000" bIns="45000" anchor="t">
            <a:noAutofit/>
          </a:bodyPr>
          <a:p>
            <a:endParaRPr b="0" lang="en-US" sz="3200" spc="-1" strike="noStrike">
              <a:latin typeface="Arial"/>
            </a:endParaRPr>
          </a:p>
        </p:txBody>
      </p:sp>
    </p:spTree>
  </p:cSld>
  <mc:AlternateContent>
    <mc:Choice Requires="p14">
      <p:transition spd="med" p14:dur="700">
        <p:fade/>
      </p:transition>
    </mc:Choice>
    <mc:Fallback>
      <p:transition spd="med">
        <p:fade/>
      </p:transition>
    </mc:Fallback>
  </mc:AlternateContent>
</p:sld>
</file>

<file path=ppt/slides/slide8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83796"/>
        </a:solidFill>
      </p:bgPr>
    </p:bg>
    <p:spTree>
      <p:nvGrpSpPr>
        <p:cNvPr id="1" name=""/>
        <p:cNvGrpSpPr/>
        <p:nvPr/>
      </p:nvGrpSpPr>
      <p:grpSpPr>
        <a:xfrm>
          <a:off x="0" y="0"/>
          <a:ext cx="0" cy="0"/>
          <a:chOff x="0" y="0"/>
          <a:chExt cx="0" cy="0"/>
        </a:xfrm>
      </p:grpSpPr>
      <p:sp>
        <p:nvSpPr>
          <p:cNvPr id="284" name="10 CuadroTexto"/>
          <p:cNvSpPr/>
          <p:nvPr/>
        </p:nvSpPr>
        <p:spPr>
          <a:xfrm>
            <a:off x="5150160" y="5508000"/>
            <a:ext cx="1889640" cy="45540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buNone/>
            </a:pPr>
            <a:r>
              <a:rPr b="0" lang="es-ES" sz="2400" spc="-1" strike="noStrike">
                <a:solidFill>
                  <a:srgbClr val="ffffff"/>
                </a:solidFill>
                <a:latin typeface="Calibri"/>
                <a:ea typeface="DejaVu Sans"/>
              </a:rPr>
              <a:t>www.ceste.es</a:t>
            </a:r>
            <a:endParaRPr b="0" lang="en-US" sz="2400" spc="-1" strike="noStrike">
              <a:latin typeface="Arial"/>
            </a:endParaRPr>
          </a:p>
        </p:txBody>
      </p:sp>
      <p:pic>
        <p:nvPicPr>
          <p:cNvPr id="285" name="11 Imagen" descr=""/>
          <p:cNvPicPr/>
          <p:nvPr/>
        </p:nvPicPr>
        <p:blipFill>
          <a:blip r:embed="rId1"/>
          <a:stretch/>
        </p:blipFill>
        <p:spPr>
          <a:xfrm>
            <a:off x="4227480" y="2349000"/>
            <a:ext cx="3732120" cy="182016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customXml/_rels/item1.xml.rels><?xml version="1.0" encoding="UTF-8"?>
<Relationships xmlns="http://schemas.openxmlformats.org/package/2006/relationships"><Relationship Id="rId1" Type="http://schemas.openxmlformats.org/officeDocument/2006/relationships/customXmlProps" Target="itemProps1.xml"/>
</Relationships>
</file>

<file path=customXml/_rels/item2.xml.rels><?xml version="1.0" encoding="UTF-8"?>
<Relationships xmlns="http://schemas.openxmlformats.org/package/2006/relationships"><Relationship Id="rId1" Type="http://schemas.openxmlformats.org/officeDocument/2006/relationships/customXmlProps" Target="itemProps2.xml"/>
</Relationships>
</file>

<file path=customXml/_rels/item3.xml.rels><?xml version="1.0" encoding="UTF-8"?>
<Relationships xmlns="http://schemas.openxmlformats.org/package/2006/relationships"><Relationship Id="rId1" Type="http://schemas.openxmlformats.org/officeDocument/2006/relationships/customXmlProps" Target="itemProps3.xml"/>
</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D61D317CF2309C4E8DA448EE42D88B65" ma:contentTypeVersion="16" ma:contentTypeDescription="Crear nuevo documento." ma:contentTypeScope="" ma:versionID="73b97258e99d47497b96ecb181da94f2">
  <xsd:schema xmlns:xsd="http://www.w3.org/2001/XMLSchema" xmlns:xs="http://www.w3.org/2001/XMLSchema" xmlns:p="http://schemas.microsoft.com/office/2006/metadata/properties" xmlns:ns2="e24c3f89-b1e2-4b5c-81e1-9b07710f5189" xmlns:ns3="ce845bb0-6f82-4cf9-8b02-3916bb6268df" targetNamespace="http://schemas.microsoft.com/office/2006/metadata/properties" ma:root="true" ma:fieldsID="47e9c207501d1d53c375c00c242f54b4" ns2:_="" ns3:_="">
    <xsd:import namespace="e24c3f89-b1e2-4b5c-81e1-9b07710f5189"/>
    <xsd:import namespace="ce845bb0-6f82-4cf9-8b02-3916bb6268df"/>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3:SharedWithUsers" minOccurs="0"/>
                <xsd:element ref="ns3:SharedWithDetails" minOccurs="0"/>
                <xsd:element ref="ns2:MediaLengthInSeconds" minOccurs="0"/>
                <xsd:element ref="ns2:MediaServiceLocation"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24c3f89-b1e2-4b5c-81e1-9b07710f518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MediaServiceLocation" ma:index="18" nillable="true" ma:displayName="Location" ma:internalName="MediaServiceLocation" ma:readOnly="true">
      <xsd:simpleType>
        <xsd:restriction base="dms:Text"/>
      </xsd:simpleType>
    </xsd:element>
    <xsd:element name="lcf76f155ced4ddcb4097134ff3c332f" ma:index="20" nillable="true" ma:taxonomy="true" ma:internalName="lcf76f155ced4ddcb4097134ff3c332f" ma:taxonomyFieldName="MediaServiceImageTags" ma:displayName="Etiquetas de imagen" ma:readOnly="false" ma:fieldId="{5cf76f15-5ced-4ddc-b409-7134ff3c332f}" ma:taxonomyMulti="true" ma:sspId="59dbaa74-2a60-464d-988b-bba989cac701"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2" nillable="true" ma:displayName="MediaServiceObjectDetectorVersions" ma:hidden="true" ma:indexed="true" ma:internalName="MediaServiceObjectDetectorVersions" ma:readOnly="true">
      <xsd:simpleType>
        <xsd:restriction base="dms:Text"/>
      </xsd:simpleType>
    </xsd:element>
    <xsd:element name="MediaServiceSearchProperties" ma:index="23"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e845bb0-6f82-4cf9-8b02-3916bb6268df" elementFormDefault="qualified">
    <xsd:import namespace="http://schemas.microsoft.com/office/2006/documentManagement/types"/>
    <xsd:import namespace="http://schemas.microsoft.com/office/infopath/2007/PartnerControls"/>
    <xsd:element name="SharedWithUsers" ma:index="15" nillable="true" ma:displayName="Compartid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Detalles de uso compartido" ma:internalName="SharedWithDetails" ma:readOnly="true">
      <xsd:simpleType>
        <xsd:restriction base="dms:Note">
          <xsd:maxLength value="255"/>
        </xsd:restriction>
      </xsd:simpleType>
    </xsd:element>
    <xsd:element name="TaxCatchAll" ma:index="21" nillable="true" ma:displayName="Taxonomy Catch All Column" ma:hidden="true" ma:list="{51e47c2f-83de-443c-9b77-fbf0d35e4197}" ma:internalName="TaxCatchAll" ma:showField="CatchAllData" ma:web="ce845bb0-6f82-4cf9-8b02-3916bb6268d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e24c3f89-b1e2-4b5c-81e1-9b07710f5189">
      <Terms xmlns="http://schemas.microsoft.com/office/infopath/2007/PartnerControls"/>
    </lcf76f155ced4ddcb4097134ff3c332f>
    <TaxCatchAll xmlns="ce845bb0-6f82-4cf9-8b02-3916bb6268df" xsi:nil="true"/>
  </documentManagement>
</p:properties>
</file>

<file path=customXml/itemProps1.xml><?xml version="1.0" encoding="utf-8"?>
<ds:datastoreItem xmlns:ds="http://schemas.openxmlformats.org/officeDocument/2006/customXml" ds:itemID="{F27A6D2C-8CE5-46A4-ADEC-6FD7C5F7EDCC}"/>
</file>

<file path=customXml/itemProps2.xml><?xml version="1.0" encoding="utf-8"?>
<ds:datastoreItem xmlns:ds="http://schemas.openxmlformats.org/officeDocument/2006/customXml" ds:itemID="{7557D189-32A8-411C-A1FE-5D98FC6CCF4F}"/>
</file>

<file path=customXml/itemProps3.xml><?xml version="1.0" encoding="utf-8"?>
<ds:datastoreItem xmlns:ds="http://schemas.openxmlformats.org/officeDocument/2006/customXml" ds:itemID="{E8D8D8A5-1EAA-41DC-A1E3-E107219891EB}"/>
</file>

<file path=docProps/app.xml><?xml version="1.0" encoding="utf-8"?>
<Properties xmlns="http://schemas.openxmlformats.org/officeDocument/2006/extended-properties" xmlns:vt="http://schemas.openxmlformats.org/officeDocument/2006/docPropsVTypes">
  <Template/>
  <TotalTime>3079</TotalTime>
  <Application>LibreOffice/7.3.7.2$Linux_X86_64 LibreOffice_project/30$Build-2</Application>
  <AppVersion>15.0000</AppVersion>
  <Words>12</Words>
  <Paragraphs>4</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2014-05-13T08:36:54Z</dcterms:created>
  <dc:creator>psoria</dc:creator>
  <dc:description/>
  <dc:language>es-ES</dc:language>
  <cp:lastModifiedBy/>
  <cp:lastPrinted>2018-06-15T07:54:48Z</cp:lastPrinted>
  <dcterms:modified xsi:type="dcterms:W3CDTF">2025-11-27T13:18:40Z</dcterms:modified>
  <cp:revision>588</cp:revision>
  <dc:subject/>
  <dc:title>Diapositiva 1</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0x010100D61D317CF2309C4E8DA448EE42D88B65</vt:lpwstr>
  </property>
  <property fmtid="{D5CDD505-2E9C-101B-9397-08002B2CF9AE}" pid="3" name="PresentationFormat">
    <vt:lpwstr>Panorámica</vt:lpwstr>
  </property>
  <property fmtid="{D5CDD505-2E9C-101B-9397-08002B2CF9AE}" pid="4" name="Slides">
    <vt:i4>3</vt:i4>
  </property>
</Properties>
</file>