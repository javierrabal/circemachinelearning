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26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58.png" ContentType="image/png"/>
  <Override PartName="/ppt/media/image19.png" ContentType="image/png"/>
  <Override PartName="/ppt/media/image20.png" ContentType="image/png"/>
  <Override PartName="/ppt/media/image57.png" ContentType="image/png"/>
  <Override PartName="/ppt/media/image18.png" ContentType="image/png"/>
  <Override PartName="/ppt/media/image17.png" ContentType="image/png"/>
  <Override PartName="/ppt/media/image16.png" ContentType="image/png"/>
  <Override PartName="/ppt/media/image14.png" ContentType="image/png"/>
  <Override PartName="/ppt/media/image24.png" ContentType="image/png"/>
  <Override PartName="/ppt/media/image1.png" ContentType="image/png"/>
  <Override PartName="/ppt/media/image31.png" ContentType="image/png"/>
  <Override PartName="/ppt/media/image15.png" ContentType="image/png"/>
  <Override PartName="/ppt/media/image3.jpeg" ContentType="image/jpeg"/>
  <Override PartName="/ppt/media/image30.png" ContentType="image/png"/>
  <Override PartName="/ppt/media/image25.png" ContentType="image/png"/>
  <Override PartName="/ppt/media/image2.png" ContentType="image/png"/>
  <Override PartName="/ppt/media/image32.png" ContentType="image/png"/>
  <Override PartName="/ppt/media/image27.png" ContentType="image/png"/>
  <Override PartName="/ppt/media/image4.png" ContentType="image/png"/>
  <Override PartName="/ppt/media/image34.png" ContentType="image/png"/>
  <Override PartName="/ppt/media/image28.png" ContentType="image/png"/>
  <Override PartName="/ppt/media/image5.png" ContentType="image/png"/>
  <Override PartName="/ppt/media/image35.png" ContentType="image/png"/>
  <Override PartName="/ppt/media/image10.png" ContentType="image/png"/>
  <Override PartName="/ppt/media/image47.png" ContentType="image/png"/>
  <Override PartName="/ppt/media/image45.png" ContentType="image/png"/>
  <Override PartName="/ppt/media/image46.png" ContentType="image/png"/>
  <Override PartName="/ppt/media/image50.png" ContentType="image/png"/>
  <Override PartName="/ppt/media/image13.png" ContentType="image/png"/>
  <Override PartName="/ppt/media/image11.png" ContentType="image/png"/>
  <Override PartName="/ppt/media/image48.png" ContentType="image/png"/>
  <Override PartName="/ppt/media/image51.png" ContentType="image/png"/>
  <Override PartName="/ppt/media/image52.png" ContentType="image/png"/>
  <Override PartName="/ppt/media/image41.png" ContentType="image/png"/>
  <Override PartName="/ppt/media/image53.png" ContentType="image/png"/>
  <Override PartName="/ppt/media/image42.png" ContentType="image/png"/>
  <Override PartName="/ppt/media/image54.png" ContentType="image/png"/>
  <Override PartName="/ppt/media/image43.png" ContentType="image/png"/>
  <Override PartName="/ppt/media/image55.png" ContentType="image/png"/>
  <Override PartName="/ppt/media/image44.png" ContentType="image/png"/>
  <Override PartName="/ppt/media/image56.png" ContentType="image/png"/>
  <Override PartName="/ppt/media/image40.png" ContentType="image/png"/>
  <Override PartName="/ppt/media/image33.png" ContentType="image/png"/>
  <Override PartName="/ppt/media/image38.png" ContentType="image/png"/>
  <Override PartName="/ppt/media/image8.png" ContentType="image/png"/>
  <Override PartName="/ppt/media/image39.png" ContentType="image/png"/>
  <Override PartName="/ppt/media/image9.png" ContentType="image/png"/>
  <Override PartName="/ppt/media/image49.png" ContentType="image/png"/>
  <Override PartName="/ppt/media/image12.png" ContentType="image/png"/>
  <Override PartName="/ppt/media/image37.png" ContentType="image/png"/>
  <Override PartName="/ppt/media/image7.png" ContentType="image/png"/>
  <Override PartName="/ppt/media/image36.png" ContentType="image/png"/>
  <Override PartName="/ppt/media/image6.png" ContentType="image/png"/>
  <Override PartName="/ppt/media/image29.png" ContentType="image/png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19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18.xml.rels" ContentType="application/vnd.openxmlformats-package.relationships+xml"/>
  <Override PartName="/ppt/slides/_rels/slide17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8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Pulse para editar el formato del texto de título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Pulse para editar el formato de texto del esquema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Segundo nivel del esquema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Tercer nivel del esquema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Cuarto nivel del esquema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Quinto nivel del esquema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Sexto nivel del esquema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Séptimo nivel del esquema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6 Rectángulo"/>
          <p:cNvSpPr/>
          <p:nvPr/>
        </p:nvSpPr>
        <p:spPr>
          <a:xfrm>
            <a:off x="0" y="6179400"/>
            <a:ext cx="12185640" cy="686160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39" name="Picture 4" descr="http://www.ceste.es/wp-content/uploads/2016/06/CESTE-Diamante.png"/>
          <p:cNvPicPr/>
          <p:nvPr/>
        </p:nvPicPr>
        <p:blipFill>
          <a:blip r:embed="rId2"/>
          <a:stretch/>
        </p:blipFill>
        <p:spPr>
          <a:xfrm flipH="1">
            <a:off x="1685880" y="5883840"/>
            <a:ext cx="596160" cy="598320"/>
          </a:xfrm>
          <a:prstGeom prst="rect">
            <a:avLst/>
          </a:prstGeom>
          <a:ln w="0">
            <a:noFill/>
          </a:ln>
        </p:spPr>
      </p:pic>
      <p:pic>
        <p:nvPicPr>
          <p:cNvPr id="40" name="8 Imagen" descr="CESTE blanco estrella roja sin coletilla.png"/>
          <p:cNvPicPr/>
          <p:nvPr/>
        </p:nvPicPr>
        <p:blipFill>
          <a:blip r:embed="rId3"/>
          <a:stretch/>
        </p:blipFill>
        <p:spPr>
          <a:xfrm>
            <a:off x="9936360" y="6184800"/>
            <a:ext cx="1361160" cy="646200"/>
          </a:xfrm>
          <a:prstGeom prst="rect">
            <a:avLst/>
          </a:prstGeom>
          <a:ln w="0">
            <a:noFill/>
          </a:ln>
        </p:spPr>
      </p:pic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Pulse para editar el formato del texto de título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Pulse para editar el formato de texto del esquema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Segundo nivel del esquema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Tercer nivel del esquema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Cuarto nivel del esquema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Quinto nivel del esquema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Sexto nivel del esquema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Séptimo nivel del esquema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2.png"/><Relationship Id="rId2" Type="http://schemas.openxmlformats.org/officeDocument/2006/relationships/image" Target="../media/image43.png"/><Relationship Id="rId3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44.png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47.png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50.png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54.png"/><Relationship Id="rId2" Type="http://schemas.openxmlformats.org/officeDocument/2006/relationships/image" Target="../media/image55.png"/><Relationship Id="rId3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56.png"/><Relationship Id="rId2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57.png"/><Relationship Id="rId2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58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Imagen 3" descr="Una mujer en frente de laptop&#10;&#10;Descripción generada automáticamente"/>
          <p:cNvPicPr/>
          <p:nvPr/>
        </p:nvPicPr>
        <p:blipFill>
          <a:blip r:embed="rId1"/>
          <a:srcRect l="1742" t="12716" r="9979" b="12799"/>
          <a:stretch/>
        </p:blipFill>
        <p:spPr>
          <a:xfrm>
            <a:off x="0" y="0"/>
            <a:ext cx="12185640" cy="6851520"/>
          </a:xfrm>
          <a:prstGeom prst="rect">
            <a:avLst/>
          </a:prstGeom>
          <a:ln w="0">
            <a:noFill/>
          </a:ln>
        </p:spPr>
      </p:pic>
      <p:sp>
        <p:nvSpPr>
          <p:cNvPr id="80" name="7 Rectángulo"/>
          <p:cNvSpPr/>
          <p:nvPr/>
        </p:nvSpPr>
        <p:spPr>
          <a:xfrm>
            <a:off x="852840" y="6682680"/>
            <a:ext cx="11385720" cy="346320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81" name="Picture 4" descr="http://www.ceste.es/wp-content/uploads/2016/06/CESTE-Diamante.png"/>
          <p:cNvPicPr/>
          <p:nvPr/>
        </p:nvPicPr>
        <p:blipFill>
          <a:blip r:embed="rId2"/>
          <a:stretch/>
        </p:blipFill>
        <p:spPr>
          <a:xfrm flipH="1">
            <a:off x="558000" y="6582960"/>
            <a:ext cx="596160" cy="598320"/>
          </a:xfrm>
          <a:prstGeom prst="rect">
            <a:avLst/>
          </a:prstGeom>
          <a:ln w="0">
            <a:noFill/>
          </a:ln>
        </p:spPr>
      </p:pic>
      <p:sp>
        <p:nvSpPr>
          <p:cNvPr id="82" name="7 Rectángulo"/>
          <p:cNvSpPr/>
          <p:nvPr/>
        </p:nvSpPr>
        <p:spPr>
          <a:xfrm>
            <a:off x="-96840" y="-99360"/>
            <a:ext cx="11482560" cy="281520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83" name="Picture 4" descr="http://www.ceste.es/wp-content/uploads/2016/06/CESTE-Diamante.png"/>
          <p:cNvPicPr/>
          <p:nvPr/>
        </p:nvPicPr>
        <p:blipFill>
          <a:blip r:embed="rId3"/>
          <a:stretch/>
        </p:blipFill>
        <p:spPr>
          <a:xfrm flipH="1">
            <a:off x="11097360" y="-316440"/>
            <a:ext cx="596160" cy="598320"/>
          </a:xfrm>
          <a:prstGeom prst="rect">
            <a:avLst/>
          </a:prstGeom>
          <a:ln w="0">
            <a:noFill/>
          </a:ln>
        </p:spPr>
      </p:pic>
      <p:grpSp>
        <p:nvGrpSpPr>
          <p:cNvPr id="84" name="Grupo 14"/>
          <p:cNvGrpSpPr/>
          <p:nvPr/>
        </p:nvGrpSpPr>
        <p:grpSpPr>
          <a:xfrm>
            <a:off x="504000" y="405720"/>
            <a:ext cx="5249880" cy="2400480"/>
            <a:chOff x="504000" y="405720"/>
            <a:chExt cx="5249880" cy="2400480"/>
          </a:xfrm>
        </p:grpSpPr>
        <p:sp>
          <p:nvSpPr>
            <p:cNvPr id="85" name="12 Rectángulo"/>
            <p:cNvSpPr/>
            <p:nvPr/>
          </p:nvSpPr>
          <p:spPr>
            <a:xfrm>
              <a:off x="504000" y="405720"/>
              <a:ext cx="4848480" cy="2400480"/>
            </a:xfrm>
            <a:prstGeom prst="rect">
              <a:avLst/>
            </a:prstGeom>
            <a:solidFill>
              <a:srgbClr val="003594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grpSp>
          <p:nvGrpSpPr>
            <p:cNvPr id="86" name="Grupo 5"/>
            <p:cNvGrpSpPr/>
            <p:nvPr/>
          </p:nvGrpSpPr>
          <p:grpSpPr>
            <a:xfrm>
              <a:off x="734760" y="980640"/>
              <a:ext cx="5019120" cy="1825560"/>
              <a:chOff x="734760" y="980640"/>
              <a:chExt cx="5019120" cy="1825560"/>
            </a:xfrm>
          </p:grpSpPr>
          <p:sp>
            <p:nvSpPr>
              <p:cNvPr id="87" name="2 Subtítulo"/>
              <p:cNvSpPr/>
              <p:nvPr/>
            </p:nvSpPr>
            <p:spPr>
              <a:xfrm>
                <a:off x="778680" y="2277000"/>
                <a:ext cx="4975200" cy="5292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rmAutofit/>
              </a:bodyPr>
              <a:p>
                <a:pPr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lang="es-ES" sz="1800" spc="-1" strike="noStrike">
                    <a:solidFill>
                      <a:srgbClr val="ffffff"/>
                    </a:solidFill>
                    <a:latin typeface="Calibri"/>
                    <a:ea typeface="DejaVu Sans"/>
                  </a:rPr>
                  <a:t>Mongo DB</a:t>
                </a:r>
                <a:endParaRPr b="0" lang="en-US" sz="1800" spc="-1" strike="noStrike">
                  <a:latin typeface="Arial"/>
                </a:endParaRPr>
              </a:p>
            </p:txBody>
          </p:sp>
          <p:sp>
            <p:nvSpPr>
              <p:cNvPr id="88" name="1 Título"/>
              <p:cNvSpPr/>
              <p:nvPr/>
            </p:nvSpPr>
            <p:spPr>
              <a:xfrm>
                <a:off x="734760" y="980640"/>
                <a:ext cx="4011120" cy="1316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buNone/>
                </a:pPr>
                <a:endParaRPr b="0" lang="en-US" sz="1800" spc="-1" strike="noStrike">
                  <a:latin typeface="Arial"/>
                </a:endParaRPr>
              </a:p>
              <a:p>
                <a:pPr>
                  <a:lnSpc>
                    <a:spcPct val="100000"/>
                  </a:lnSpc>
                  <a:buNone/>
                </a:pPr>
                <a:endParaRPr b="0" lang="en-US" sz="1800" spc="-1" strike="noStrike">
                  <a:latin typeface="Arial"/>
                </a:endParaRPr>
              </a:p>
              <a:p>
                <a:pPr>
                  <a:lnSpc>
                    <a:spcPct val="100000"/>
                  </a:lnSpc>
                  <a:buNone/>
                </a:pPr>
                <a:r>
                  <a:rPr b="1" lang="es-ES" sz="3500" spc="-1" strike="noStrike">
                    <a:solidFill>
                      <a:srgbClr val="ffffff"/>
                    </a:solidFill>
                    <a:latin typeface="Calibri"/>
                    <a:ea typeface="DejaVu Sans"/>
                  </a:rPr>
                  <a:t>Formación IA</a:t>
                </a:r>
                <a:endParaRPr b="0" lang="en-US" sz="3500" spc="-1" strike="noStrike">
                  <a:latin typeface="Arial"/>
                </a:endParaRPr>
              </a:p>
            </p:txBody>
          </p:sp>
        </p:grpSp>
      </p:grpSp>
      <p:pic>
        <p:nvPicPr>
          <p:cNvPr id="89" name="Imagen 9" descr="Logotipo&#10;&#10;El contenido generado por IA puede ser incorrecto."/>
          <p:cNvPicPr/>
          <p:nvPr/>
        </p:nvPicPr>
        <p:blipFill>
          <a:blip r:embed="rId4"/>
          <a:stretch/>
        </p:blipFill>
        <p:spPr>
          <a:xfrm>
            <a:off x="3575880" y="532440"/>
            <a:ext cx="1647720" cy="801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120" cy="53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Ejercicio 2.1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91" name="" descr=""/>
          <p:cNvPicPr/>
          <p:nvPr/>
        </p:nvPicPr>
        <p:blipFill>
          <a:blip r:embed="rId1"/>
          <a:stretch/>
        </p:blipFill>
        <p:spPr>
          <a:xfrm>
            <a:off x="1135440" y="1800000"/>
            <a:ext cx="9844560" cy="900000"/>
          </a:xfrm>
          <a:prstGeom prst="rect">
            <a:avLst/>
          </a:prstGeom>
          <a:ln w="0">
            <a:noFill/>
          </a:ln>
        </p:spPr>
      </p:pic>
      <p:pic>
        <p:nvPicPr>
          <p:cNvPr id="92" name="" descr=""/>
          <p:cNvPicPr/>
          <p:nvPr/>
        </p:nvPicPr>
        <p:blipFill>
          <a:blip r:embed="rId2"/>
          <a:stretch/>
        </p:blipFill>
        <p:spPr>
          <a:xfrm>
            <a:off x="2880000" y="2880000"/>
            <a:ext cx="7090560" cy="3240000"/>
          </a:xfrm>
          <a:prstGeom prst="rect">
            <a:avLst/>
          </a:prstGeom>
          <a:ln w="0">
            <a:noFill/>
          </a:ln>
        </p:spPr>
      </p:pic>
      <p:pic>
        <p:nvPicPr>
          <p:cNvPr id="93" name="" descr=""/>
          <p:cNvPicPr/>
          <p:nvPr/>
        </p:nvPicPr>
        <p:blipFill>
          <a:blip r:embed="rId3"/>
          <a:stretch/>
        </p:blipFill>
        <p:spPr>
          <a:xfrm>
            <a:off x="3060000" y="540000"/>
            <a:ext cx="8414640" cy="1108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120" cy="53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Ejercicio 2.2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95" name="" descr=""/>
          <p:cNvPicPr/>
          <p:nvPr/>
        </p:nvPicPr>
        <p:blipFill>
          <a:blip r:embed="rId1"/>
          <a:stretch/>
        </p:blipFill>
        <p:spPr>
          <a:xfrm>
            <a:off x="4140000" y="365040"/>
            <a:ext cx="7380000" cy="1209600"/>
          </a:xfrm>
          <a:prstGeom prst="rect">
            <a:avLst/>
          </a:prstGeom>
          <a:ln w="0">
            <a:noFill/>
          </a:ln>
        </p:spPr>
      </p:pic>
      <p:pic>
        <p:nvPicPr>
          <p:cNvPr id="96" name="" descr=""/>
          <p:cNvPicPr/>
          <p:nvPr/>
        </p:nvPicPr>
        <p:blipFill>
          <a:blip r:embed="rId2"/>
          <a:stretch/>
        </p:blipFill>
        <p:spPr>
          <a:xfrm>
            <a:off x="768960" y="1574640"/>
            <a:ext cx="10571040" cy="1062000"/>
          </a:xfrm>
          <a:prstGeom prst="rect">
            <a:avLst/>
          </a:prstGeom>
          <a:ln w="0">
            <a:noFill/>
          </a:ln>
        </p:spPr>
      </p:pic>
      <p:pic>
        <p:nvPicPr>
          <p:cNvPr id="97" name="" descr=""/>
          <p:cNvPicPr/>
          <p:nvPr/>
        </p:nvPicPr>
        <p:blipFill>
          <a:blip r:embed="rId3"/>
          <a:stretch/>
        </p:blipFill>
        <p:spPr>
          <a:xfrm>
            <a:off x="2904480" y="2700000"/>
            <a:ext cx="6275520" cy="3371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120" cy="53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Ejercicio 2.3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99" name="" descr=""/>
          <p:cNvPicPr/>
          <p:nvPr/>
        </p:nvPicPr>
        <p:blipFill>
          <a:blip r:embed="rId1"/>
          <a:stretch/>
        </p:blipFill>
        <p:spPr>
          <a:xfrm>
            <a:off x="4307040" y="156600"/>
            <a:ext cx="7212960" cy="1283400"/>
          </a:xfrm>
          <a:prstGeom prst="rect">
            <a:avLst/>
          </a:prstGeom>
          <a:ln w="0">
            <a:noFill/>
          </a:ln>
        </p:spPr>
      </p:pic>
      <p:pic>
        <p:nvPicPr>
          <p:cNvPr id="100" name="" descr=""/>
          <p:cNvPicPr/>
          <p:nvPr/>
        </p:nvPicPr>
        <p:blipFill>
          <a:blip r:embed="rId2"/>
          <a:stretch/>
        </p:blipFill>
        <p:spPr>
          <a:xfrm>
            <a:off x="2340000" y="1440000"/>
            <a:ext cx="9000000" cy="779040"/>
          </a:xfrm>
          <a:prstGeom prst="rect">
            <a:avLst/>
          </a:prstGeom>
          <a:ln w="0">
            <a:noFill/>
          </a:ln>
        </p:spPr>
      </p:pic>
      <p:pic>
        <p:nvPicPr>
          <p:cNvPr id="101" name="" descr=""/>
          <p:cNvPicPr/>
          <p:nvPr/>
        </p:nvPicPr>
        <p:blipFill>
          <a:blip r:embed="rId3"/>
          <a:stretch/>
        </p:blipFill>
        <p:spPr>
          <a:xfrm>
            <a:off x="3600000" y="2215080"/>
            <a:ext cx="5868000" cy="4444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120" cy="53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Ejercicio 2.4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03" name="" descr=""/>
          <p:cNvPicPr/>
          <p:nvPr/>
        </p:nvPicPr>
        <p:blipFill>
          <a:blip r:embed="rId1"/>
          <a:stretch/>
        </p:blipFill>
        <p:spPr>
          <a:xfrm>
            <a:off x="3420000" y="540000"/>
            <a:ext cx="7546680" cy="900000"/>
          </a:xfrm>
          <a:prstGeom prst="rect">
            <a:avLst/>
          </a:prstGeom>
          <a:ln w="0">
            <a:noFill/>
          </a:ln>
        </p:spPr>
      </p:pic>
      <p:pic>
        <p:nvPicPr>
          <p:cNvPr id="104" name="" descr=""/>
          <p:cNvPicPr/>
          <p:nvPr/>
        </p:nvPicPr>
        <p:blipFill>
          <a:blip r:embed="rId2"/>
          <a:stretch/>
        </p:blipFill>
        <p:spPr>
          <a:xfrm>
            <a:off x="2394000" y="1620000"/>
            <a:ext cx="8586000" cy="767520"/>
          </a:xfrm>
          <a:prstGeom prst="rect">
            <a:avLst/>
          </a:prstGeom>
          <a:ln w="0">
            <a:noFill/>
          </a:ln>
        </p:spPr>
      </p:pic>
      <p:pic>
        <p:nvPicPr>
          <p:cNvPr id="105" name="" descr=""/>
          <p:cNvPicPr/>
          <p:nvPr/>
        </p:nvPicPr>
        <p:blipFill>
          <a:blip r:embed="rId3"/>
          <a:stretch/>
        </p:blipFill>
        <p:spPr>
          <a:xfrm>
            <a:off x="2178000" y="2700000"/>
            <a:ext cx="8442000" cy="3461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120" cy="53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Ejercicio 2.5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07" name="" descr=""/>
          <p:cNvPicPr/>
          <p:nvPr/>
        </p:nvPicPr>
        <p:blipFill>
          <a:blip r:embed="rId1"/>
          <a:stretch/>
        </p:blipFill>
        <p:spPr>
          <a:xfrm>
            <a:off x="3780000" y="302760"/>
            <a:ext cx="7020000" cy="807840"/>
          </a:xfrm>
          <a:prstGeom prst="rect">
            <a:avLst/>
          </a:prstGeom>
          <a:ln w="0">
            <a:noFill/>
          </a:ln>
        </p:spPr>
      </p:pic>
      <p:pic>
        <p:nvPicPr>
          <p:cNvPr id="108" name="" descr=""/>
          <p:cNvPicPr/>
          <p:nvPr/>
        </p:nvPicPr>
        <p:blipFill>
          <a:blip r:embed="rId2"/>
          <a:stretch/>
        </p:blipFill>
        <p:spPr>
          <a:xfrm>
            <a:off x="3715560" y="1110600"/>
            <a:ext cx="7084440" cy="360000"/>
          </a:xfrm>
          <a:prstGeom prst="rect">
            <a:avLst/>
          </a:prstGeom>
          <a:ln w="0">
            <a:noFill/>
          </a:ln>
        </p:spPr>
      </p:pic>
      <p:pic>
        <p:nvPicPr>
          <p:cNvPr id="109" name="" descr=""/>
          <p:cNvPicPr/>
          <p:nvPr/>
        </p:nvPicPr>
        <p:blipFill>
          <a:blip r:embed="rId3"/>
          <a:srcRect l="0" t="0" r="0" b="36661"/>
          <a:stretch/>
        </p:blipFill>
        <p:spPr>
          <a:xfrm>
            <a:off x="3060000" y="1470960"/>
            <a:ext cx="7661160" cy="1409040"/>
          </a:xfrm>
          <a:prstGeom prst="rect">
            <a:avLst/>
          </a:prstGeom>
          <a:ln w="0">
            <a:noFill/>
          </a:ln>
        </p:spPr>
      </p:pic>
      <p:pic>
        <p:nvPicPr>
          <p:cNvPr id="110" name="" descr=""/>
          <p:cNvPicPr/>
          <p:nvPr/>
        </p:nvPicPr>
        <p:blipFill>
          <a:blip r:embed="rId4"/>
          <a:stretch/>
        </p:blipFill>
        <p:spPr>
          <a:xfrm>
            <a:off x="3027240" y="2880000"/>
            <a:ext cx="6733800" cy="324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120" cy="53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Ejercicio 2.6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12" name="" descr=""/>
          <p:cNvPicPr/>
          <p:nvPr/>
        </p:nvPicPr>
        <p:blipFill>
          <a:blip r:embed="rId1"/>
          <a:stretch/>
        </p:blipFill>
        <p:spPr>
          <a:xfrm>
            <a:off x="3420000" y="1080000"/>
            <a:ext cx="8063280" cy="540000"/>
          </a:xfrm>
          <a:prstGeom prst="rect">
            <a:avLst/>
          </a:prstGeom>
          <a:ln w="0">
            <a:noFill/>
          </a:ln>
        </p:spPr>
      </p:pic>
      <p:pic>
        <p:nvPicPr>
          <p:cNvPr id="113" name="" descr=""/>
          <p:cNvPicPr/>
          <p:nvPr/>
        </p:nvPicPr>
        <p:blipFill>
          <a:blip r:embed="rId2"/>
          <a:stretch/>
        </p:blipFill>
        <p:spPr>
          <a:xfrm>
            <a:off x="3144600" y="1620000"/>
            <a:ext cx="8015400" cy="998640"/>
          </a:xfrm>
          <a:prstGeom prst="rect">
            <a:avLst/>
          </a:prstGeom>
          <a:ln w="0">
            <a:noFill/>
          </a:ln>
        </p:spPr>
      </p:pic>
      <p:pic>
        <p:nvPicPr>
          <p:cNvPr id="114" name="" descr=""/>
          <p:cNvPicPr/>
          <p:nvPr/>
        </p:nvPicPr>
        <p:blipFill>
          <a:blip r:embed="rId3"/>
          <a:stretch/>
        </p:blipFill>
        <p:spPr>
          <a:xfrm>
            <a:off x="3060000" y="2700000"/>
            <a:ext cx="5940000" cy="3930480"/>
          </a:xfrm>
          <a:prstGeom prst="rect">
            <a:avLst/>
          </a:prstGeom>
          <a:ln w="0">
            <a:noFill/>
          </a:ln>
        </p:spPr>
      </p:pic>
      <p:pic>
        <p:nvPicPr>
          <p:cNvPr id="115" name="" descr=""/>
          <p:cNvPicPr/>
          <p:nvPr/>
        </p:nvPicPr>
        <p:blipFill>
          <a:blip r:embed="rId4"/>
          <a:stretch/>
        </p:blipFill>
        <p:spPr>
          <a:xfrm>
            <a:off x="3233880" y="180000"/>
            <a:ext cx="8106120" cy="90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120" cy="53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E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j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e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r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c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i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c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i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o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2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.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7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17" name="" descr=""/>
          <p:cNvPicPr/>
          <p:nvPr/>
        </p:nvPicPr>
        <p:blipFill>
          <a:blip r:embed="rId1"/>
          <a:stretch/>
        </p:blipFill>
        <p:spPr>
          <a:xfrm>
            <a:off x="3060000" y="187200"/>
            <a:ext cx="8927640" cy="714960"/>
          </a:xfrm>
          <a:prstGeom prst="rect">
            <a:avLst/>
          </a:prstGeom>
          <a:ln w="0">
            <a:noFill/>
          </a:ln>
        </p:spPr>
      </p:pic>
      <p:pic>
        <p:nvPicPr>
          <p:cNvPr id="118" name="" descr=""/>
          <p:cNvPicPr/>
          <p:nvPr/>
        </p:nvPicPr>
        <p:blipFill>
          <a:blip r:embed="rId2"/>
          <a:stretch/>
        </p:blipFill>
        <p:spPr>
          <a:xfrm>
            <a:off x="4140000" y="805680"/>
            <a:ext cx="7740000" cy="634320"/>
          </a:xfrm>
          <a:prstGeom prst="rect">
            <a:avLst/>
          </a:prstGeom>
          <a:ln w="0">
            <a:noFill/>
          </a:ln>
        </p:spPr>
      </p:pic>
      <p:pic>
        <p:nvPicPr>
          <p:cNvPr id="119" name="" descr=""/>
          <p:cNvPicPr/>
          <p:nvPr/>
        </p:nvPicPr>
        <p:blipFill>
          <a:blip r:embed="rId3"/>
          <a:stretch/>
        </p:blipFill>
        <p:spPr>
          <a:xfrm>
            <a:off x="1783800" y="1440000"/>
            <a:ext cx="10096200" cy="900000"/>
          </a:xfrm>
          <a:prstGeom prst="rect">
            <a:avLst/>
          </a:prstGeom>
          <a:ln w="0">
            <a:noFill/>
          </a:ln>
        </p:spPr>
      </p:pic>
      <p:pic>
        <p:nvPicPr>
          <p:cNvPr id="120" name="" descr=""/>
          <p:cNvPicPr/>
          <p:nvPr/>
        </p:nvPicPr>
        <p:blipFill>
          <a:blip r:embed="rId4"/>
          <a:stretch/>
        </p:blipFill>
        <p:spPr>
          <a:xfrm>
            <a:off x="3060000" y="2441520"/>
            <a:ext cx="6266160" cy="4218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120" cy="53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Ejercicio 2.8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22" name="" descr=""/>
          <p:cNvPicPr/>
          <p:nvPr/>
        </p:nvPicPr>
        <p:blipFill>
          <a:blip r:embed="rId1"/>
          <a:stretch/>
        </p:blipFill>
        <p:spPr>
          <a:xfrm>
            <a:off x="3960000" y="1059480"/>
            <a:ext cx="7308360" cy="560520"/>
          </a:xfrm>
          <a:prstGeom prst="rect">
            <a:avLst/>
          </a:prstGeom>
          <a:ln w="0">
            <a:noFill/>
          </a:ln>
        </p:spPr>
      </p:pic>
      <p:pic>
        <p:nvPicPr>
          <p:cNvPr id="123" name="" descr=""/>
          <p:cNvPicPr/>
          <p:nvPr/>
        </p:nvPicPr>
        <p:blipFill>
          <a:blip r:embed="rId2"/>
          <a:stretch/>
        </p:blipFill>
        <p:spPr>
          <a:xfrm>
            <a:off x="2340000" y="1699560"/>
            <a:ext cx="9219240" cy="1360440"/>
          </a:xfrm>
          <a:prstGeom prst="rect">
            <a:avLst/>
          </a:prstGeom>
          <a:ln w="0">
            <a:noFill/>
          </a:ln>
        </p:spPr>
      </p:pic>
      <p:pic>
        <p:nvPicPr>
          <p:cNvPr id="124" name="" descr=""/>
          <p:cNvPicPr/>
          <p:nvPr/>
        </p:nvPicPr>
        <p:blipFill>
          <a:blip r:embed="rId3"/>
          <a:stretch/>
        </p:blipFill>
        <p:spPr>
          <a:xfrm>
            <a:off x="2880000" y="3203280"/>
            <a:ext cx="6342480" cy="3456720"/>
          </a:xfrm>
          <a:prstGeom prst="rect">
            <a:avLst/>
          </a:prstGeom>
          <a:ln w="0">
            <a:noFill/>
          </a:ln>
        </p:spPr>
      </p:pic>
      <p:pic>
        <p:nvPicPr>
          <p:cNvPr id="125" name="" descr=""/>
          <p:cNvPicPr/>
          <p:nvPr/>
        </p:nvPicPr>
        <p:blipFill>
          <a:blip r:embed="rId4"/>
          <a:stretch/>
        </p:blipFill>
        <p:spPr>
          <a:xfrm>
            <a:off x="3668040" y="358560"/>
            <a:ext cx="7748640" cy="543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830880" y="365040"/>
            <a:ext cx="10509120" cy="53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Ejercicio 2.9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27" name="" descr=""/>
          <p:cNvPicPr/>
          <p:nvPr/>
        </p:nvPicPr>
        <p:blipFill>
          <a:blip r:embed="rId1"/>
          <a:stretch/>
        </p:blipFill>
        <p:spPr>
          <a:xfrm>
            <a:off x="4680000" y="365040"/>
            <a:ext cx="6660000" cy="537120"/>
          </a:xfrm>
          <a:prstGeom prst="rect">
            <a:avLst/>
          </a:prstGeom>
          <a:ln w="0">
            <a:noFill/>
          </a:ln>
        </p:spPr>
      </p:pic>
      <p:pic>
        <p:nvPicPr>
          <p:cNvPr id="128" name="" descr=""/>
          <p:cNvPicPr/>
          <p:nvPr/>
        </p:nvPicPr>
        <p:blipFill>
          <a:blip r:embed="rId2"/>
          <a:stretch/>
        </p:blipFill>
        <p:spPr>
          <a:xfrm>
            <a:off x="4140000" y="920160"/>
            <a:ext cx="7092720" cy="519840"/>
          </a:xfrm>
          <a:prstGeom prst="rect">
            <a:avLst/>
          </a:prstGeom>
          <a:ln w="0">
            <a:noFill/>
          </a:ln>
        </p:spPr>
      </p:pic>
      <p:pic>
        <p:nvPicPr>
          <p:cNvPr id="129" name="" descr=""/>
          <p:cNvPicPr/>
          <p:nvPr/>
        </p:nvPicPr>
        <p:blipFill>
          <a:blip r:embed="rId3"/>
          <a:stretch/>
        </p:blipFill>
        <p:spPr>
          <a:xfrm>
            <a:off x="2256480" y="1620000"/>
            <a:ext cx="8903520" cy="1440000"/>
          </a:xfrm>
          <a:prstGeom prst="rect">
            <a:avLst/>
          </a:prstGeom>
          <a:ln w="0">
            <a:noFill/>
          </a:ln>
        </p:spPr>
      </p:pic>
      <p:pic>
        <p:nvPicPr>
          <p:cNvPr id="130" name="" descr=""/>
          <p:cNvPicPr/>
          <p:nvPr/>
        </p:nvPicPr>
        <p:blipFill>
          <a:blip r:embed="rId4"/>
          <a:stretch/>
        </p:blipFill>
        <p:spPr>
          <a:xfrm>
            <a:off x="2971800" y="3371400"/>
            <a:ext cx="6568200" cy="3288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120" cy="53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Ejercicio 2.10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32" name="" descr=""/>
          <p:cNvPicPr/>
          <p:nvPr/>
        </p:nvPicPr>
        <p:blipFill>
          <a:blip r:embed="rId1"/>
          <a:stretch/>
        </p:blipFill>
        <p:spPr>
          <a:xfrm>
            <a:off x="4650840" y="180000"/>
            <a:ext cx="7229160" cy="1800000"/>
          </a:xfrm>
          <a:prstGeom prst="rect">
            <a:avLst/>
          </a:prstGeom>
          <a:ln w="0">
            <a:noFill/>
          </a:ln>
        </p:spPr>
      </p:pic>
      <p:pic>
        <p:nvPicPr>
          <p:cNvPr id="133" name="" descr=""/>
          <p:cNvPicPr/>
          <p:nvPr/>
        </p:nvPicPr>
        <p:blipFill>
          <a:blip r:embed="rId2"/>
          <a:stretch/>
        </p:blipFill>
        <p:spPr>
          <a:xfrm>
            <a:off x="865080" y="2160000"/>
            <a:ext cx="11014920" cy="1980000"/>
          </a:xfrm>
          <a:prstGeom prst="rect">
            <a:avLst/>
          </a:prstGeom>
          <a:ln w="0">
            <a:noFill/>
          </a:ln>
        </p:spPr>
      </p:pic>
      <p:pic>
        <p:nvPicPr>
          <p:cNvPr id="134" name="" descr=""/>
          <p:cNvPicPr/>
          <p:nvPr/>
        </p:nvPicPr>
        <p:blipFill>
          <a:blip r:embed="rId3"/>
          <a:stretch/>
        </p:blipFill>
        <p:spPr>
          <a:xfrm>
            <a:off x="2751840" y="4320000"/>
            <a:ext cx="6788160" cy="1729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120" cy="53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E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j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e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r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c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i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c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i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o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2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.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1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0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36" name="" descr=""/>
          <p:cNvPicPr/>
          <p:nvPr/>
        </p:nvPicPr>
        <p:blipFill>
          <a:blip r:embed="rId1"/>
          <a:stretch/>
        </p:blipFill>
        <p:spPr>
          <a:xfrm>
            <a:off x="2674080" y="1980000"/>
            <a:ext cx="6685920" cy="4681800"/>
          </a:xfrm>
          <a:prstGeom prst="rect">
            <a:avLst/>
          </a:prstGeom>
          <a:ln w="0">
            <a:noFill/>
          </a:ln>
        </p:spPr>
      </p:pic>
      <p:pic>
        <p:nvPicPr>
          <p:cNvPr id="137" name="" descr=""/>
          <p:cNvPicPr/>
          <p:nvPr/>
        </p:nvPicPr>
        <p:blipFill>
          <a:blip r:embed="rId2"/>
          <a:stretch/>
        </p:blipFill>
        <p:spPr>
          <a:xfrm>
            <a:off x="4470840" y="180000"/>
            <a:ext cx="7229160" cy="180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120" cy="53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Ejercicio 2.11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39" name="" descr=""/>
          <p:cNvPicPr/>
          <p:nvPr/>
        </p:nvPicPr>
        <p:blipFill>
          <a:blip r:embed="rId1"/>
          <a:stretch/>
        </p:blipFill>
        <p:spPr>
          <a:xfrm>
            <a:off x="4196880" y="180000"/>
            <a:ext cx="7323120" cy="1260000"/>
          </a:xfrm>
          <a:prstGeom prst="rect">
            <a:avLst/>
          </a:prstGeom>
          <a:ln w="0">
            <a:noFill/>
          </a:ln>
        </p:spPr>
      </p:pic>
      <p:pic>
        <p:nvPicPr>
          <p:cNvPr id="140" name="" descr=""/>
          <p:cNvPicPr/>
          <p:nvPr/>
        </p:nvPicPr>
        <p:blipFill>
          <a:blip r:embed="rId2"/>
          <a:stretch/>
        </p:blipFill>
        <p:spPr>
          <a:xfrm>
            <a:off x="3475800" y="1440000"/>
            <a:ext cx="8044200" cy="1359360"/>
          </a:xfrm>
          <a:prstGeom prst="rect">
            <a:avLst/>
          </a:prstGeom>
          <a:ln w="0">
            <a:noFill/>
          </a:ln>
        </p:spPr>
      </p:pic>
      <p:pic>
        <p:nvPicPr>
          <p:cNvPr id="141" name="" descr=""/>
          <p:cNvPicPr/>
          <p:nvPr/>
        </p:nvPicPr>
        <p:blipFill>
          <a:blip r:embed="rId3"/>
          <a:stretch/>
        </p:blipFill>
        <p:spPr>
          <a:xfrm>
            <a:off x="2818800" y="2950560"/>
            <a:ext cx="7081200" cy="3169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120" cy="53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Ejercicio 2.12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43" name="" descr=""/>
          <p:cNvPicPr/>
          <p:nvPr/>
        </p:nvPicPr>
        <p:blipFill>
          <a:blip r:embed="rId1"/>
          <a:stretch/>
        </p:blipFill>
        <p:spPr>
          <a:xfrm>
            <a:off x="4320000" y="365040"/>
            <a:ext cx="7107120" cy="2154960"/>
          </a:xfrm>
          <a:prstGeom prst="rect">
            <a:avLst/>
          </a:prstGeom>
          <a:ln w="0">
            <a:noFill/>
          </a:ln>
        </p:spPr>
      </p:pic>
      <p:pic>
        <p:nvPicPr>
          <p:cNvPr id="144" name="" descr=""/>
          <p:cNvPicPr/>
          <p:nvPr/>
        </p:nvPicPr>
        <p:blipFill>
          <a:blip r:embed="rId2"/>
          <a:stretch/>
        </p:blipFill>
        <p:spPr>
          <a:xfrm>
            <a:off x="144720" y="3060000"/>
            <a:ext cx="6437520" cy="2323440"/>
          </a:xfrm>
          <a:prstGeom prst="rect">
            <a:avLst/>
          </a:prstGeom>
          <a:ln w="0">
            <a:noFill/>
          </a:ln>
        </p:spPr>
      </p:pic>
      <p:pic>
        <p:nvPicPr>
          <p:cNvPr id="145" name="" descr=""/>
          <p:cNvPicPr/>
          <p:nvPr/>
        </p:nvPicPr>
        <p:blipFill>
          <a:blip r:embed="rId3"/>
          <a:stretch/>
        </p:blipFill>
        <p:spPr>
          <a:xfrm>
            <a:off x="6617520" y="2907360"/>
            <a:ext cx="5549040" cy="2672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120" cy="53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Ejercicio 2.13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47" name="" descr=""/>
          <p:cNvPicPr/>
          <p:nvPr/>
        </p:nvPicPr>
        <p:blipFill>
          <a:blip r:embed="rId1"/>
          <a:stretch/>
        </p:blipFill>
        <p:spPr>
          <a:xfrm>
            <a:off x="4500000" y="360000"/>
            <a:ext cx="7052040" cy="540000"/>
          </a:xfrm>
          <a:prstGeom prst="rect">
            <a:avLst/>
          </a:prstGeom>
          <a:ln w="0">
            <a:noFill/>
          </a:ln>
        </p:spPr>
      </p:pic>
      <p:pic>
        <p:nvPicPr>
          <p:cNvPr id="148" name="" descr=""/>
          <p:cNvPicPr/>
          <p:nvPr/>
        </p:nvPicPr>
        <p:blipFill>
          <a:blip r:embed="rId2"/>
          <a:stretch/>
        </p:blipFill>
        <p:spPr>
          <a:xfrm>
            <a:off x="5352480" y="900000"/>
            <a:ext cx="6167520" cy="720000"/>
          </a:xfrm>
          <a:prstGeom prst="rect">
            <a:avLst/>
          </a:prstGeom>
          <a:ln w="0">
            <a:noFill/>
          </a:ln>
        </p:spPr>
      </p:pic>
      <p:pic>
        <p:nvPicPr>
          <p:cNvPr id="149" name="" descr=""/>
          <p:cNvPicPr/>
          <p:nvPr/>
        </p:nvPicPr>
        <p:blipFill>
          <a:blip r:embed="rId3"/>
          <a:stretch/>
        </p:blipFill>
        <p:spPr>
          <a:xfrm>
            <a:off x="2442960" y="1670760"/>
            <a:ext cx="9059400" cy="1692720"/>
          </a:xfrm>
          <a:prstGeom prst="rect">
            <a:avLst/>
          </a:prstGeom>
          <a:ln w="0">
            <a:noFill/>
          </a:ln>
        </p:spPr>
      </p:pic>
      <p:pic>
        <p:nvPicPr>
          <p:cNvPr id="150" name="" descr=""/>
          <p:cNvPicPr/>
          <p:nvPr/>
        </p:nvPicPr>
        <p:blipFill>
          <a:blip r:embed="rId4"/>
          <a:stretch/>
        </p:blipFill>
        <p:spPr>
          <a:xfrm>
            <a:off x="3103560" y="3396600"/>
            <a:ext cx="6256440" cy="2723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120" cy="53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Ejercicio 2.B: Avanzado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52" name="" descr=""/>
          <p:cNvPicPr/>
          <p:nvPr/>
        </p:nvPicPr>
        <p:blipFill>
          <a:blip r:embed="rId1"/>
          <a:stretch/>
        </p:blipFill>
        <p:spPr>
          <a:xfrm>
            <a:off x="1620000" y="1152000"/>
            <a:ext cx="9526320" cy="1908000"/>
          </a:xfrm>
          <a:prstGeom prst="rect">
            <a:avLst/>
          </a:prstGeom>
          <a:ln w="0">
            <a:noFill/>
          </a:ln>
        </p:spPr>
      </p:pic>
      <p:pic>
        <p:nvPicPr>
          <p:cNvPr id="153" name="" descr=""/>
          <p:cNvPicPr/>
          <p:nvPr/>
        </p:nvPicPr>
        <p:blipFill>
          <a:blip r:embed="rId2"/>
          <a:stretch/>
        </p:blipFill>
        <p:spPr>
          <a:xfrm>
            <a:off x="2520000" y="3420000"/>
            <a:ext cx="8100000" cy="2478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120" cy="53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Ejercicio 2.B: Avanzado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55" name="" descr=""/>
          <p:cNvPicPr/>
          <p:nvPr/>
        </p:nvPicPr>
        <p:blipFill>
          <a:blip r:embed="rId1"/>
          <a:stretch/>
        </p:blipFill>
        <p:spPr>
          <a:xfrm>
            <a:off x="2520000" y="1440000"/>
            <a:ext cx="8231400" cy="414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120" cy="53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Ejercicio 2.B: Avanzado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57" name="" descr=""/>
          <p:cNvPicPr/>
          <p:nvPr/>
        </p:nvPicPr>
        <p:blipFill>
          <a:blip r:embed="rId1"/>
          <a:stretch/>
        </p:blipFill>
        <p:spPr>
          <a:xfrm>
            <a:off x="2933640" y="965160"/>
            <a:ext cx="6786360" cy="5202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120" cy="53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509120" cy="434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37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10 CuadroTexto"/>
          <p:cNvSpPr/>
          <p:nvPr/>
        </p:nvSpPr>
        <p:spPr>
          <a:xfrm>
            <a:off x="5150160" y="5508000"/>
            <a:ext cx="18896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E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www.ceste.es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61" name="11 Imagen" descr=""/>
          <p:cNvPicPr/>
          <p:nvPr/>
        </p:nvPicPr>
        <p:blipFill>
          <a:blip r:embed="rId1"/>
          <a:stretch/>
        </p:blipFill>
        <p:spPr>
          <a:xfrm>
            <a:off x="4227480" y="2349000"/>
            <a:ext cx="3731400" cy="1819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61D317CF2309C4E8DA448EE42D88B65" ma:contentTypeVersion="16" ma:contentTypeDescription="Crear nuevo documento." ma:contentTypeScope="" ma:versionID="73b97258e99d47497b96ecb181da94f2">
  <xsd:schema xmlns:xsd="http://www.w3.org/2001/XMLSchema" xmlns:xs="http://www.w3.org/2001/XMLSchema" xmlns:p="http://schemas.microsoft.com/office/2006/metadata/properties" xmlns:ns2="e24c3f89-b1e2-4b5c-81e1-9b07710f5189" xmlns:ns3="ce845bb0-6f82-4cf9-8b02-3916bb6268df" targetNamespace="http://schemas.microsoft.com/office/2006/metadata/properties" ma:root="true" ma:fieldsID="47e9c207501d1d53c375c00c242f54b4" ns2:_="" ns3:_="">
    <xsd:import namespace="e24c3f89-b1e2-4b5c-81e1-9b07710f5189"/>
    <xsd:import namespace="ce845bb0-6f82-4cf9-8b02-3916bb6268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4c3f89-b1e2-4b5c-81e1-9b07710f51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59dbaa74-2a60-464d-988b-bba989cac70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845bb0-6f82-4cf9-8b02-3916bb6268df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51e47c2f-83de-443c-9b77-fbf0d35e4197}" ma:internalName="TaxCatchAll" ma:showField="CatchAllData" ma:web="ce845bb0-6f82-4cf9-8b02-3916bb6268d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24c3f89-b1e2-4b5c-81e1-9b07710f5189">
      <Terms xmlns="http://schemas.microsoft.com/office/infopath/2007/PartnerControls"/>
    </lcf76f155ced4ddcb4097134ff3c332f>
    <TaxCatchAll xmlns="ce845bb0-6f82-4cf9-8b02-3916bb6268df" xsi:nil="true"/>
  </documentManagement>
</p:properties>
</file>

<file path=customXml/itemProps1.xml><?xml version="1.0" encoding="utf-8"?>
<ds:datastoreItem xmlns:ds="http://schemas.openxmlformats.org/officeDocument/2006/customXml" ds:itemID="{F27A6D2C-8CE5-46A4-ADEC-6FD7C5F7EDCC}"/>
</file>

<file path=customXml/itemProps2.xml><?xml version="1.0" encoding="utf-8"?>
<ds:datastoreItem xmlns:ds="http://schemas.openxmlformats.org/officeDocument/2006/customXml" ds:itemID="{7557D189-32A8-411C-A1FE-5D98FC6CCF4F}"/>
</file>

<file path=customXml/itemProps3.xml><?xml version="1.0" encoding="utf-8"?>
<ds:datastoreItem xmlns:ds="http://schemas.openxmlformats.org/officeDocument/2006/customXml" ds:itemID="{E8D8D8A5-1EAA-41DC-A1E3-E107219891EB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3164</TotalTime>
  <Application>LibreOffice/7.3.7.2$Linux_X86_64 LibreOffice_project/30$Build-2</Application>
  <AppVersion>15.0000</AppVersion>
  <Words>12</Words>
  <Paragraphs>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2014-05-13T08:36:54Z</dcterms:created>
  <dc:creator>psoria</dc:creator>
  <dc:description/>
  <dc:language>es-ES</dc:language>
  <cp:lastModifiedBy/>
  <cp:lastPrinted>2018-06-15T07:54:48Z</cp:lastPrinted>
  <dcterms:modified xsi:type="dcterms:W3CDTF">2025-12-03T17:44:16Z</dcterms:modified>
  <cp:revision>625</cp:revision>
  <dc:subject/>
  <dc:title>Diapositiva 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0x010100D61D317CF2309C4E8DA448EE42D88B65</vt:lpwstr>
  </property>
  <property fmtid="{D5CDD505-2E9C-101B-9397-08002B2CF9AE}" pid="3" name="PresentationFormat">
    <vt:lpwstr>Panorámica</vt:lpwstr>
  </property>
  <property fmtid="{D5CDD505-2E9C-101B-9397-08002B2CF9AE}" pid="4" name="Slides">
    <vt:i4>3</vt:i4>
  </property>
</Properties>
</file>